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3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25-03-2026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475138" y="5896688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Skill Learning Academy Marketplace with Secure Authentication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00539"/>
            <a:ext cx="94693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Mohamed Ghouse Zuhair A – VTU24667 – 23UECS0365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857567" y="7800539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Hemamalini – M.E., PhD.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 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196059" y="6804723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SDG No – SDG Title(SDG 4 – Quality Education)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793665"/>
            <a:ext cx="150823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200" dirty="0"/>
              <a:t>In today’s digital world, online skill learning platforms are rapidly growing. However, many platforms lack personalization and secure access. 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This project focuses on building a full-stack web application that allows users to learn and sell skills in one place. It provides a marketplace where instructors can upload courses and learners can enroll easily.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Secure authentication ensures user data protection and safe access. The system integrates frontend, backend, and database technologies. It aims to simplify skill sharing and learning. The platform is user-friendly and scalable.</a:t>
            </a:r>
            <a:endParaRPr lang="en-IN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209800" y="1638300"/>
            <a:ext cx="150823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200" dirty="0"/>
              <a:t>Many existing learning platforms either focus only on learning or only on selling courses, not both.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Some systems lack proper security, making user data vulnerable.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Manual handling of course management leads to inefficiency. There is no unified platform for both learners and instructors. 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Users face difficulty in accessing personalized content. Payment and authentication systems are often not secure. </a:t>
            </a:r>
          </a:p>
          <a:p>
            <a:pPr marL="457200" indent="-457200">
              <a:buFontTx/>
              <a:buChar char="-"/>
            </a:pPr>
            <a:r>
              <a:rPr lang="en-US" sz="3200" dirty="0"/>
              <a:t>Hence, there is a need for a reliable, secure, and integrated learning marketplace system</a:t>
            </a:r>
            <a:endParaRPr lang="en-IN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209800" y="1638300"/>
            <a:ext cx="150823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To design and develop a full-stack marketplace platform for skill learning and course selling. </a:t>
            </a:r>
          </a:p>
          <a:p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To implement secure authentication and efficient data management for users and courses.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172059" y="1165370"/>
            <a:ext cx="150823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/>
          </a:p>
          <a:p>
            <a:pPr marL="457200" indent="-457200">
              <a:buFontTx/>
              <a:buChar char="-"/>
            </a:pPr>
            <a:r>
              <a:rPr lang="en-US" sz="3600" dirty="0"/>
              <a:t>Develop a web-based platform for learners and instructors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Provide user registration and login with secure authentication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Allow instructors to upload and manage courses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Enable users to browse and enroll in courses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Store and manage data using a database system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Provide a simple and user-friendly interface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Ensure data privacy and security</a:t>
            </a:r>
          </a:p>
          <a:p>
            <a:pPr marL="457200" indent="-457200">
              <a:buFontTx/>
              <a:buChar char="-"/>
            </a:pPr>
            <a:r>
              <a:rPr lang="en-US" sz="3600" dirty="0"/>
              <a:t>Improve efficiency compared to manual systems</a:t>
            </a:r>
            <a:endParaRPr lang="en-IN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1933500" y="6693317"/>
            <a:ext cx="15082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Input:</a:t>
            </a:r>
            <a:br>
              <a:rPr lang="en-IN" sz="2800" dirty="0"/>
            </a:br>
            <a:r>
              <a:rPr lang="en-IN" sz="2800" dirty="0"/>
              <a:t>User data (registration, login, course details)</a:t>
            </a:r>
          </a:p>
          <a:p>
            <a:r>
              <a:rPr lang="en-IN" sz="2800" b="1" dirty="0"/>
              <a:t>Processing:</a:t>
            </a:r>
            <a:br>
              <a:rPr lang="en-IN" sz="2800" dirty="0"/>
            </a:br>
            <a:r>
              <a:rPr lang="en-IN" sz="2800" dirty="0"/>
              <a:t>Authentication, course management, user requests handling</a:t>
            </a:r>
          </a:p>
          <a:p>
            <a:r>
              <a:rPr lang="en-IN" sz="2800" b="1" dirty="0"/>
              <a:t>Database:</a:t>
            </a:r>
            <a:br>
              <a:rPr lang="en-IN" sz="2800" dirty="0"/>
            </a:br>
            <a:r>
              <a:rPr lang="en-IN" sz="2800" dirty="0"/>
              <a:t>Stores user details, courses, </a:t>
            </a:r>
            <a:r>
              <a:rPr lang="en-IN" sz="2800" dirty="0" err="1"/>
              <a:t>enrollments</a:t>
            </a:r>
            <a:endParaRPr lang="en-IN" sz="2800" dirty="0"/>
          </a:p>
          <a:p>
            <a:r>
              <a:rPr lang="en-IN" sz="2800" b="1" dirty="0"/>
              <a:t>Output:</a:t>
            </a:r>
            <a:br>
              <a:rPr lang="en-IN" sz="2800" dirty="0"/>
            </a:br>
            <a:r>
              <a:rPr lang="en-IN" sz="2800" dirty="0"/>
              <a:t>User dashboard, course listings, confirmation messages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823D12-71C0-FFFA-005A-53F7F6EA3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247117"/>
            <a:ext cx="7467600" cy="57905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1F7E64-A541-43D7-6F4E-E7579C2BF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638300"/>
            <a:ext cx="12766339" cy="7633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377044" y="1982349"/>
            <a:ext cx="1508232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Frontend:</a:t>
            </a:r>
            <a:r>
              <a:rPr lang="en-IN" sz="3600" dirty="0"/>
              <a:t> HTML, CSS, JavaScript.</a:t>
            </a:r>
          </a:p>
          <a:p>
            <a:br>
              <a:rPr lang="en-IN" sz="3600" dirty="0"/>
            </a:br>
            <a:r>
              <a:rPr lang="en-IN" sz="3600" b="1" dirty="0"/>
              <a:t>Backend:</a:t>
            </a:r>
            <a:r>
              <a:rPr lang="en-IN" sz="3600" dirty="0"/>
              <a:t> Node.js</a:t>
            </a:r>
          </a:p>
          <a:p>
            <a:br>
              <a:rPr lang="en-IN" sz="3600" dirty="0"/>
            </a:br>
            <a:r>
              <a:rPr lang="en-IN" sz="3600" b="1" dirty="0"/>
              <a:t>Database:</a:t>
            </a:r>
            <a:r>
              <a:rPr lang="en-IN" sz="3600" dirty="0"/>
              <a:t> MySQL</a:t>
            </a:r>
          </a:p>
          <a:p>
            <a:br>
              <a:rPr lang="en-IN" sz="3600" dirty="0"/>
            </a:br>
            <a:r>
              <a:rPr lang="en-IN" sz="3600" b="1" dirty="0"/>
              <a:t>Tools:</a:t>
            </a:r>
            <a:r>
              <a:rPr lang="en-IN" sz="3600" dirty="0"/>
              <a:t> VS Code, Git, Postman</a:t>
            </a:r>
          </a:p>
          <a:p>
            <a:br>
              <a:rPr lang="en-IN" sz="3600" dirty="0"/>
            </a:br>
            <a:r>
              <a:rPr lang="en-IN" sz="3600" b="1" dirty="0"/>
              <a:t>Hardware/Software Requirements:</a:t>
            </a:r>
            <a:br>
              <a:rPr lang="en-IN" sz="3600" dirty="0"/>
            </a:br>
            <a:r>
              <a:rPr lang="en-IN" sz="3600" dirty="0"/>
              <a:t>Basic computer system, internet, modern web browser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413006" y="2117712"/>
            <a:ext cx="150823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Module 1: User Authentication</a:t>
            </a:r>
            <a:br>
              <a:rPr lang="en-IN" sz="3600" dirty="0"/>
            </a:br>
            <a:r>
              <a:rPr lang="en-IN" sz="3600" dirty="0"/>
              <a:t>Handles secure registration and login using authentication techniques.</a:t>
            </a:r>
          </a:p>
          <a:p>
            <a:r>
              <a:rPr lang="en-IN" sz="3600" b="1" dirty="0"/>
              <a:t>Module 2: Course Management</a:t>
            </a:r>
            <a:br>
              <a:rPr lang="en-IN" sz="3600" dirty="0"/>
            </a:br>
            <a:r>
              <a:rPr lang="en-IN" sz="3600" dirty="0"/>
              <a:t>Allows instructors to create, update, and delete courses.</a:t>
            </a:r>
          </a:p>
          <a:p>
            <a:r>
              <a:rPr lang="en-IN" sz="3600" b="1" dirty="0"/>
              <a:t>Module 3: User Dashboard</a:t>
            </a:r>
            <a:br>
              <a:rPr lang="en-IN" sz="3600" dirty="0"/>
            </a:br>
            <a:r>
              <a:rPr lang="en-IN" sz="3600" dirty="0"/>
              <a:t>Displays enrolled courses and user activity.</a:t>
            </a:r>
          </a:p>
          <a:p>
            <a:r>
              <a:rPr lang="en-IN" sz="3600" b="1" dirty="0"/>
              <a:t>Module 4: Database Management</a:t>
            </a:r>
            <a:br>
              <a:rPr lang="en-IN" sz="3600" dirty="0"/>
            </a:br>
            <a:r>
              <a:rPr lang="en-IN" sz="3600" dirty="0"/>
              <a:t>Stores and retrieves user and course data efficiently.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427ACE-6CDD-3691-6A60-B42916DAC6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778" y="1265170"/>
            <a:ext cx="12894363" cy="68501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25F5E5-B0B5-4A82-40E6-9474B261D7DA}"/>
              </a:ext>
            </a:extLst>
          </p:cNvPr>
          <p:cNvSpPr txBox="1"/>
          <p:nvPr/>
        </p:nvSpPr>
        <p:spPr>
          <a:xfrm>
            <a:off x="2590800" y="8417195"/>
            <a:ext cx="138687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Displays the platform overview with navigation options for users to explore courses and features.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9A0E5B-AFE3-8810-A4BA-AB1FFF19F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5024" y="1480691"/>
            <a:ext cx="12801600" cy="6800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9664BC-1DD4-86E7-B192-ED63447AEA60}"/>
              </a:ext>
            </a:extLst>
          </p:cNvPr>
          <p:cNvSpPr txBox="1"/>
          <p:nvPr/>
        </p:nvSpPr>
        <p:spPr>
          <a:xfrm>
            <a:off x="2613161" y="8823173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secure user authentication by allowing users to log in using their credentials.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8D5AB-7ADD-8BA1-359D-ED61D516BC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676" y="1346198"/>
            <a:ext cx="12586447" cy="6686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4AE327-8407-0657-F0B7-3844EBFABD34}"/>
              </a:ext>
            </a:extLst>
          </p:cNvPr>
          <p:cNvSpPr txBox="1"/>
          <p:nvPr/>
        </p:nvSpPr>
        <p:spPr>
          <a:xfrm>
            <a:off x="2575686" y="8463748"/>
            <a:ext cx="142106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Shows user-specific content including available courses, enrolled courses, and key functionalities.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22D8D0-9DFB-5278-F436-E39052313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996" y="1371720"/>
            <a:ext cx="13697844" cy="72769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1AB93F-845A-6C62-1459-091E0016910C}"/>
              </a:ext>
            </a:extLst>
          </p:cNvPr>
          <p:cNvSpPr txBox="1"/>
          <p:nvPr/>
        </p:nvSpPr>
        <p:spPr>
          <a:xfrm>
            <a:off x="2427996" y="8991225"/>
            <a:ext cx="142106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 </a:t>
            </a:r>
            <a:r>
              <a:rPr lang="en-US" sz="2800" dirty="0"/>
              <a:t>Displays the final result such as course enrollment confirmation or processed user actions. </a:t>
            </a:r>
          </a:p>
        </p:txBody>
      </p:sp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04B72-E2AA-9B7E-9F1C-F1924790C65B}"/>
              </a:ext>
            </a:extLst>
          </p:cNvPr>
          <p:cNvSpPr txBox="1"/>
          <p:nvPr/>
        </p:nvSpPr>
        <p:spPr>
          <a:xfrm>
            <a:off x="2450786" y="1859697"/>
            <a:ext cx="14045782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800" b="1" dirty="0"/>
              <a:t>Advantages:</a:t>
            </a:r>
          </a:p>
          <a:p>
            <a:pPr>
              <a:buNone/>
            </a:pPr>
            <a:endParaRPr lang="en-US" sz="3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Secure user 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Easy access to learning materials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Supports both learners and instructors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Centralized platform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Scalable and efficient </a:t>
            </a:r>
          </a:p>
          <a:p>
            <a:endParaRPr lang="en-US" sz="3200" dirty="0"/>
          </a:p>
          <a:p>
            <a:pPr>
              <a:buNone/>
            </a:pPr>
            <a:r>
              <a:rPr lang="en-US" sz="3800" b="1" dirty="0"/>
              <a:t>Limitations:</a:t>
            </a:r>
          </a:p>
          <a:p>
            <a:pPr>
              <a:buNone/>
            </a:pPr>
            <a:endParaRPr lang="en-US" sz="3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Requires internet connection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Initial setup complexity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May need regular updates and maintenance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763</Words>
  <Application>Microsoft Office PowerPoint</Application>
  <PresentationFormat>Custom</PresentationFormat>
  <Paragraphs>220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Gotham</vt:lpstr>
      <vt:lpstr>Bookman Old Style</vt:lpstr>
      <vt:lpstr>Arial</vt:lpstr>
      <vt:lpstr>Calibri</vt:lpstr>
      <vt:lpstr>Times New Roman</vt:lpstr>
      <vt:lpstr>Cambria</vt:lpstr>
      <vt:lpstr>Gotham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Mohamed Ghouse Zuhair A</cp:lastModifiedBy>
  <cp:revision>17</cp:revision>
  <dcterms:created xsi:type="dcterms:W3CDTF">2006-08-16T00:00:00Z</dcterms:created>
  <dcterms:modified xsi:type="dcterms:W3CDTF">2026-03-25T04:25:06Z</dcterms:modified>
  <dc:identifier>DAHCaYqJ9OU</dc:identifier>
</cp:coreProperties>
</file>