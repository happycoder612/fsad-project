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993517" y="2233066"/>
            <a:ext cx="6413500" cy="5786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944225" y="2271166"/>
            <a:ext cx="5289550" cy="5787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6786351" y="1367964"/>
            <a:ext cx="1501775" cy="7551420"/>
          </a:xfrm>
          <a:custGeom>
            <a:avLst/>
            <a:gdLst/>
            <a:ahLst/>
            <a:cxnLst/>
            <a:rect l="l" t="t" r="r" b="b"/>
            <a:pathLst>
              <a:path w="1501775" h="7551420">
                <a:moveTo>
                  <a:pt x="1501648" y="0"/>
                </a:moveTo>
                <a:lnTo>
                  <a:pt x="1454587" y="50344"/>
                </a:lnTo>
                <a:lnTo>
                  <a:pt x="1424282" y="83484"/>
                </a:lnTo>
                <a:lnTo>
                  <a:pt x="1394244" y="116871"/>
                </a:lnTo>
                <a:lnTo>
                  <a:pt x="1364476" y="150505"/>
                </a:lnTo>
                <a:lnTo>
                  <a:pt x="1334980" y="184382"/>
                </a:lnTo>
                <a:lnTo>
                  <a:pt x="1305756" y="218502"/>
                </a:lnTo>
                <a:lnTo>
                  <a:pt x="1276807" y="252863"/>
                </a:lnTo>
                <a:lnTo>
                  <a:pt x="1248135" y="287462"/>
                </a:lnTo>
                <a:lnTo>
                  <a:pt x="1219741" y="322299"/>
                </a:lnTo>
                <a:lnTo>
                  <a:pt x="1191626" y="357371"/>
                </a:lnTo>
                <a:lnTo>
                  <a:pt x="1163793" y="392678"/>
                </a:lnTo>
                <a:lnTo>
                  <a:pt x="1136244" y="428216"/>
                </a:lnTo>
                <a:lnTo>
                  <a:pt x="1108979" y="463985"/>
                </a:lnTo>
                <a:lnTo>
                  <a:pt x="1082001" y="499982"/>
                </a:lnTo>
                <a:lnTo>
                  <a:pt x="1055312" y="536207"/>
                </a:lnTo>
                <a:lnTo>
                  <a:pt x="1028912" y="572657"/>
                </a:lnTo>
                <a:lnTo>
                  <a:pt x="1002804" y="609330"/>
                </a:lnTo>
                <a:lnTo>
                  <a:pt x="976990" y="646226"/>
                </a:lnTo>
                <a:lnTo>
                  <a:pt x="951471" y="683342"/>
                </a:lnTo>
                <a:lnTo>
                  <a:pt x="926248" y="720676"/>
                </a:lnTo>
                <a:lnTo>
                  <a:pt x="901325" y="758227"/>
                </a:lnTo>
                <a:lnTo>
                  <a:pt x="876701" y="795993"/>
                </a:lnTo>
                <a:lnTo>
                  <a:pt x="852380" y="833973"/>
                </a:lnTo>
                <a:lnTo>
                  <a:pt x="828362" y="872164"/>
                </a:lnTo>
                <a:lnTo>
                  <a:pt x="804649" y="910565"/>
                </a:lnTo>
                <a:lnTo>
                  <a:pt x="781244" y="949175"/>
                </a:lnTo>
                <a:lnTo>
                  <a:pt x="758148" y="987991"/>
                </a:lnTo>
                <a:lnTo>
                  <a:pt x="735362" y="1027013"/>
                </a:lnTo>
                <a:lnTo>
                  <a:pt x="712888" y="1066237"/>
                </a:lnTo>
                <a:lnTo>
                  <a:pt x="690728" y="1105663"/>
                </a:lnTo>
                <a:lnTo>
                  <a:pt x="668884" y="1145288"/>
                </a:lnTo>
                <a:lnTo>
                  <a:pt x="647357" y="1185112"/>
                </a:lnTo>
                <a:lnTo>
                  <a:pt x="626149" y="1225132"/>
                </a:lnTo>
                <a:lnTo>
                  <a:pt x="605262" y="1265347"/>
                </a:lnTo>
                <a:lnTo>
                  <a:pt x="584697" y="1305755"/>
                </a:lnTo>
                <a:lnTo>
                  <a:pt x="564456" y="1346354"/>
                </a:lnTo>
                <a:lnTo>
                  <a:pt x="544541" y="1387143"/>
                </a:lnTo>
                <a:lnTo>
                  <a:pt x="524954" y="1428119"/>
                </a:lnTo>
                <a:lnTo>
                  <a:pt x="505696" y="1469282"/>
                </a:lnTo>
                <a:lnTo>
                  <a:pt x="486769" y="1510629"/>
                </a:lnTo>
                <a:lnTo>
                  <a:pt x="468174" y="1552159"/>
                </a:lnTo>
                <a:lnTo>
                  <a:pt x="449914" y="1593870"/>
                </a:lnTo>
                <a:lnTo>
                  <a:pt x="431990" y="1635760"/>
                </a:lnTo>
                <a:lnTo>
                  <a:pt x="414404" y="1677828"/>
                </a:lnTo>
                <a:lnTo>
                  <a:pt x="397157" y="1720072"/>
                </a:lnTo>
                <a:lnTo>
                  <a:pt x="380251" y="1762490"/>
                </a:lnTo>
                <a:lnTo>
                  <a:pt x="363688" y="1805081"/>
                </a:lnTo>
                <a:lnTo>
                  <a:pt x="347470" y="1847842"/>
                </a:lnTo>
                <a:lnTo>
                  <a:pt x="331598" y="1890773"/>
                </a:lnTo>
                <a:lnTo>
                  <a:pt x="316074" y="1933871"/>
                </a:lnTo>
                <a:lnTo>
                  <a:pt x="300899" y="1977135"/>
                </a:lnTo>
                <a:lnTo>
                  <a:pt x="286076" y="2020563"/>
                </a:lnTo>
                <a:lnTo>
                  <a:pt x="271606" y="2064153"/>
                </a:lnTo>
                <a:lnTo>
                  <a:pt x="257491" y="2107904"/>
                </a:lnTo>
                <a:lnTo>
                  <a:pt x="243732" y="2151813"/>
                </a:lnTo>
                <a:lnTo>
                  <a:pt x="230332" y="2195880"/>
                </a:lnTo>
                <a:lnTo>
                  <a:pt x="217291" y="2240103"/>
                </a:lnTo>
                <a:lnTo>
                  <a:pt x="204612" y="2284479"/>
                </a:lnTo>
                <a:lnTo>
                  <a:pt x="192297" y="2329007"/>
                </a:lnTo>
                <a:lnTo>
                  <a:pt x="180346" y="2373686"/>
                </a:lnTo>
                <a:lnTo>
                  <a:pt x="168762" y="2418513"/>
                </a:lnTo>
                <a:lnTo>
                  <a:pt x="157546" y="2463488"/>
                </a:lnTo>
                <a:lnTo>
                  <a:pt x="146701" y="2508607"/>
                </a:lnTo>
                <a:lnTo>
                  <a:pt x="136227" y="2553871"/>
                </a:lnTo>
                <a:lnTo>
                  <a:pt x="126127" y="2599276"/>
                </a:lnTo>
                <a:lnTo>
                  <a:pt x="116402" y="2644821"/>
                </a:lnTo>
                <a:lnTo>
                  <a:pt x="107054" y="2690505"/>
                </a:lnTo>
                <a:lnTo>
                  <a:pt x="98085" y="2736326"/>
                </a:lnTo>
                <a:lnTo>
                  <a:pt x="89496" y="2782281"/>
                </a:lnTo>
                <a:lnTo>
                  <a:pt x="81289" y="2828370"/>
                </a:lnTo>
                <a:lnTo>
                  <a:pt x="73466" y="2874591"/>
                </a:lnTo>
                <a:lnTo>
                  <a:pt x="66028" y="2920942"/>
                </a:lnTo>
                <a:lnTo>
                  <a:pt x="58977" y="2967421"/>
                </a:lnTo>
                <a:lnTo>
                  <a:pt x="52315" y="3014026"/>
                </a:lnTo>
                <a:lnTo>
                  <a:pt x="46044" y="3060756"/>
                </a:lnTo>
                <a:lnTo>
                  <a:pt x="40165" y="3107610"/>
                </a:lnTo>
                <a:lnTo>
                  <a:pt x="34680" y="3154585"/>
                </a:lnTo>
                <a:lnTo>
                  <a:pt x="29591" y="3201680"/>
                </a:lnTo>
                <a:lnTo>
                  <a:pt x="24899" y="3248892"/>
                </a:lnTo>
                <a:lnTo>
                  <a:pt x="20606" y="3296221"/>
                </a:lnTo>
                <a:lnTo>
                  <a:pt x="16714" y="3343665"/>
                </a:lnTo>
                <a:lnTo>
                  <a:pt x="13224" y="3391222"/>
                </a:lnTo>
                <a:lnTo>
                  <a:pt x="10138" y="3438889"/>
                </a:lnTo>
                <a:lnTo>
                  <a:pt x="7459" y="3486667"/>
                </a:lnTo>
                <a:lnTo>
                  <a:pt x="5187" y="3534552"/>
                </a:lnTo>
                <a:lnTo>
                  <a:pt x="3324" y="3582543"/>
                </a:lnTo>
                <a:lnTo>
                  <a:pt x="1872" y="3630639"/>
                </a:lnTo>
                <a:lnTo>
                  <a:pt x="833" y="3678837"/>
                </a:lnTo>
                <a:lnTo>
                  <a:pt x="208" y="3727137"/>
                </a:lnTo>
                <a:lnTo>
                  <a:pt x="0" y="3775535"/>
                </a:lnTo>
                <a:lnTo>
                  <a:pt x="208" y="3823934"/>
                </a:lnTo>
                <a:lnTo>
                  <a:pt x="833" y="3872233"/>
                </a:lnTo>
                <a:lnTo>
                  <a:pt x="1872" y="3920432"/>
                </a:lnTo>
                <a:lnTo>
                  <a:pt x="3324" y="3968528"/>
                </a:lnTo>
                <a:lnTo>
                  <a:pt x="5187" y="4016519"/>
                </a:lnTo>
                <a:lnTo>
                  <a:pt x="7459" y="4064404"/>
                </a:lnTo>
                <a:lnTo>
                  <a:pt x="10138" y="4112181"/>
                </a:lnTo>
                <a:lnTo>
                  <a:pt x="13224" y="4159849"/>
                </a:lnTo>
                <a:lnTo>
                  <a:pt x="16714" y="4207406"/>
                </a:lnTo>
                <a:lnTo>
                  <a:pt x="20606" y="4254850"/>
                </a:lnTo>
                <a:lnTo>
                  <a:pt x="24899" y="4302179"/>
                </a:lnTo>
                <a:lnTo>
                  <a:pt x="29591" y="4349391"/>
                </a:lnTo>
                <a:lnTo>
                  <a:pt x="34680" y="4396486"/>
                </a:lnTo>
                <a:lnTo>
                  <a:pt x="40165" y="4443461"/>
                </a:lnTo>
                <a:lnTo>
                  <a:pt x="46044" y="4490315"/>
                </a:lnTo>
                <a:lnTo>
                  <a:pt x="52315" y="4537045"/>
                </a:lnTo>
                <a:lnTo>
                  <a:pt x="58977" y="4583650"/>
                </a:lnTo>
                <a:lnTo>
                  <a:pt x="66028" y="4630129"/>
                </a:lnTo>
                <a:lnTo>
                  <a:pt x="73466" y="4676480"/>
                </a:lnTo>
                <a:lnTo>
                  <a:pt x="81289" y="4722701"/>
                </a:lnTo>
                <a:lnTo>
                  <a:pt x="89496" y="4768790"/>
                </a:lnTo>
                <a:lnTo>
                  <a:pt x="98085" y="4814746"/>
                </a:lnTo>
                <a:lnTo>
                  <a:pt x="107054" y="4860566"/>
                </a:lnTo>
                <a:lnTo>
                  <a:pt x="116402" y="4906250"/>
                </a:lnTo>
                <a:lnTo>
                  <a:pt x="126127" y="4951795"/>
                </a:lnTo>
                <a:lnTo>
                  <a:pt x="136227" y="4997201"/>
                </a:lnTo>
                <a:lnTo>
                  <a:pt x="146701" y="5042464"/>
                </a:lnTo>
                <a:lnTo>
                  <a:pt x="157546" y="5087584"/>
                </a:lnTo>
                <a:lnTo>
                  <a:pt x="168762" y="5132558"/>
                </a:lnTo>
                <a:lnTo>
                  <a:pt x="180346" y="5177386"/>
                </a:lnTo>
                <a:lnTo>
                  <a:pt x="192297" y="5222065"/>
                </a:lnTo>
                <a:lnTo>
                  <a:pt x="204612" y="5266593"/>
                </a:lnTo>
                <a:lnTo>
                  <a:pt x="217291" y="5310969"/>
                </a:lnTo>
                <a:lnTo>
                  <a:pt x="230332" y="5355192"/>
                </a:lnTo>
                <a:lnTo>
                  <a:pt x="243732" y="5399259"/>
                </a:lnTo>
                <a:lnTo>
                  <a:pt x="257491" y="5443168"/>
                </a:lnTo>
                <a:lnTo>
                  <a:pt x="271606" y="5486919"/>
                </a:lnTo>
                <a:lnTo>
                  <a:pt x="286076" y="5530509"/>
                </a:lnTo>
                <a:lnTo>
                  <a:pt x="300899" y="5573937"/>
                </a:lnTo>
                <a:lnTo>
                  <a:pt x="316074" y="5617201"/>
                </a:lnTo>
                <a:lnTo>
                  <a:pt x="331598" y="5660299"/>
                </a:lnTo>
                <a:lnTo>
                  <a:pt x="347470" y="5703230"/>
                </a:lnTo>
                <a:lnTo>
                  <a:pt x="363688" y="5745992"/>
                </a:lnTo>
                <a:lnTo>
                  <a:pt x="380251" y="5788582"/>
                </a:lnTo>
                <a:lnTo>
                  <a:pt x="397157" y="5831001"/>
                </a:lnTo>
                <a:lnTo>
                  <a:pt x="414404" y="5873245"/>
                </a:lnTo>
                <a:lnTo>
                  <a:pt x="431990" y="5915313"/>
                </a:lnTo>
                <a:lnTo>
                  <a:pt x="449914" y="5957203"/>
                </a:lnTo>
                <a:lnTo>
                  <a:pt x="468174" y="5998914"/>
                </a:lnTo>
                <a:lnTo>
                  <a:pt x="486769" y="6040444"/>
                </a:lnTo>
                <a:lnTo>
                  <a:pt x="505696" y="6081791"/>
                </a:lnTo>
                <a:lnTo>
                  <a:pt x="524954" y="6122954"/>
                </a:lnTo>
                <a:lnTo>
                  <a:pt x="544541" y="6163931"/>
                </a:lnTo>
                <a:lnTo>
                  <a:pt x="564456" y="6204719"/>
                </a:lnTo>
                <a:lnTo>
                  <a:pt x="584697" y="6245318"/>
                </a:lnTo>
                <a:lnTo>
                  <a:pt x="605262" y="6285726"/>
                </a:lnTo>
                <a:lnTo>
                  <a:pt x="626149" y="6325941"/>
                </a:lnTo>
                <a:lnTo>
                  <a:pt x="647357" y="6365961"/>
                </a:lnTo>
                <a:lnTo>
                  <a:pt x="668884" y="6405785"/>
                </a:lnTo>
                <a:lnTo>
                  <a:pt x="690728" y="6445411"/>
                </a:lnTo>
                <a:lnTo>
                  <a:pt x="712888" y="6484837"/>
                </a:lnTo>
                <a:lnTo>
                  <a:pt x="735362" y="6524061"/>
                </a:lnTo>
                <a:lnTo>
                  <a:pt x="758148" y="6563083"/>
                </a:lnTo>
                <a:lnTo>
                  <a:pt x="781244" y="6601899"/>
                </a:lnTo>
                <a:lnTo>
                  <a:pt x="804649" y="6640509"/>
                </a:lnTo>
                <a:lnTo>
                  <a:pt x="828362" y="6678910"/>
                </a:lnTo>
                <a:lnTo>
                  <a:pt x="852380" y="6717102"/>
                </a:lnTo>
                <a:lnTo>
                  <a:pt x="876701" y="6755081"/>
                </a:lnTo>
                <a:lnTo>
                  <a:pt x="901325" y="6792848"/>
                </a:lnTo>
                <a:lnTo>
                  <a:pt x="926248" y="6830399"/>
                </a:lnTo>
                <a:lnTo>
                  <a:pt x="951471" y="6867733"/>
                </a:lnTo>
                <a:lnTo>
                  <a:pt x="976990" y="6904849"/>
                </a:lnTo>
                <a:lnTo>
                  <a:pt x="1002804" y="6941745"/>
                </a:lnTo>
                <a:lnTo>
                  <a:pt x="1028912" y="6978418"/>
                </a:lnTo>
                <a:lnTo>
                  <a:pt x="1055312" y="7014868"/>
                </a:lnTo>
                <a:lnTo>
                  <a:pt x="1082001" y="7051093"/>
                </a:lnTo>
                <a:lnTo>
                  <a:pt x="1108979" y="7087091"/>
                </a:lnTo>
                <a:lnTo>
                  <a:pt x="1136244" y="7122859"/>
                </a:lnTo>
                <a:lnTo>
                  <a:pt x="1163793" y="7158398"/>
                </a:lnTo>
                <a:lnTo>
                  <a:pt x="1191626" y="7193704"/>
                </a:lnTo>
                <a:lnTo>
                  <a:pt x="1219741" y="7228777"/>
                </a:lnTo>
                <a:lnTo>
                  <a:pt x="1248135" y="7263614"/>
                </a:lnTo>
                <a:lnTo>
                  <a:pt x="1276807" y="7298213"/>
                </a:lnTo>
                <a:lnTo>
                  <a:pt x="1305756" y="7332574"/>
                </a:lnTo>
                <a:lnTo>
                  <a:pt x="1334980" y="7366694"/>
                </a:lnTo>
                <a:lnTo>
                  <a:pt x="1364476" y="7400571"/>
                </a:lnTo>
                <a:lnTo>
                  <a:pt x="1394244" y="7434205"/>
                </a:lnTo>
                <a:lnTo>
                  <a:pt x="1424282" y="7467593"/>
                </a:lnTo>
                <a:lnTo>
                  <a:pt x="1454587" y="7500733"/>
                </a:lnTo>
                <a:lnTo>
                  <a:pt x="1485159" y="7533624"/>
                </a:lnTo>
                <a:lnTo>
                  <a:pt x="1501648" y="7551077"/>
                </a:lnTo>
              </a:path>
            </a:pathLst>
          </a:custGeom>
          <a:ln w="6191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4348" y="354278"/>
            <a:ext cx="11106785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9632" y="2506705"/>
            <a:ext cx="15364460" cy="41625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3970" y="384543"/>
            <a:ext cx="4363738" cy="10811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238248" y="1629536"/>
            <a:ext cx="141655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mbria"/>
                <a:cs typeface="Cambria"/>
              </a:rPr>
              <a:t>Vel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spc="-55" dirty="0">
                <a:latin typeface="Cambria"/>
                <a:cs typeface="Cambria"/>
              </a:rPr>
              <a:t>Tech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Rangarajan</a:t>
            </a:r>
            <a:r>
              <a:rPr sz="3200" b="1" spc="-105" dirty="0">
                <a:latin typeface="Cambria"/>
                <a:cs typeface="Cambria"/>
              </a:rPr>
              <a:t> </a:t>
            </a:r>
            <a:r>
              <a:rPr sz="3200" b="1" spc="-85" dirty="0">
                <a:latin typeface="Cambria"/>
                <a:cs typeface="Cambria"/>
              </a:rPr>
              <a:t>Dr.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Sagunthala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114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Institute</a:t>
            </a:r>
            <a:r>
              <a:rPr sz="3200" b="1" spc="-6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2545" y="2116912"/>
            <a:ext cx="43218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2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94050" y="2506705"/>
            <a:ext cx="12256135" cy="413703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60"/>
              </a:spcBef>
            </a:pPr>
            <a:r>
              <a:rPr sz="3200" b="1" dirty="0">
                <a:latin typeface="Cambria"/>
                <a:cs typeface="Cambria"/>
              </a:rPr>
              <a:t>Department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7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090"/>
              </a:spcBef>
            </a:pPr>
            <a:r>
              <a:rPr sz="2800" b="1" spc="220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spc="39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spc="34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45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spc="37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305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800" b="1" spc="36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9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spc="38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spc="37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4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 dirty="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57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3600" b="1" spc="-5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3600" dirty="0"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  <a:spcBef>
                <a:spcPts val="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sz="36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lang="en-US" sz="3600" b="1" spc="-1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-0</a:t>
            </a:r>
            <a:r>
              <a:rPr lang="en-US" sz="3600" b="1" spc="-10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sz="3600" dirty="0">
              <a:latin typeface="Arial"/>
              <a:cs typeface="Arial"/>
            </a:endParaRPr>
          </a:p>
          <a:p>
            <a:pPr marL="146050" algn="ctr">
              <a:lnSpc>
                <a:spcPct val="100000"/>
              </a:lnSpc>
              <a:spcBef>
                <a:spcPts val="4040"/>
              </a:spcBef>
            </a:pPr>
            <a:r>
              <a:rPr lang="en-US" sz="3200" dirty="0">
                <a:solidFill>
                  <a:srgbClr val="0070C0"/>
                </a:solidFill>
                <a:latin typeface="Times New Roman"/>
                <a:cs typeface="Times New Roman"/>
              </a:rPr>
              <a:t>Job Portal Management System</a:t>
            </a:r>
            <a:endParaRPr sz="32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0429" y="7958554"/>
            <a:ext cx="12667082" cy="1397819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Presented</a:t>
            </a:r>
            <a:r>
              <a:rPr sz="3000" b="1" spc="-140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lang="en-US" sz="3000" dirty="0">
                <a:latin typeface="Cambria"/>
                <a:cs typeface="Cambria"/>
              </a:rPr>
              <a:t>A. Mohamed Ghouse Zuhair VTU24667 23UECS0365</a:t>
            </a:r>
            <a:endParaRPr sz="30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24743" y="7758379"/>
            <a:ext cx="5548630" cy="2083435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40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55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3000" spc="-10" dirty="0">
                <a:latin typeface="Cambria"/>
                <a:cs typeface="Cambria"/>
              </a:rPr>
              <a:t>Dr.S.Hemamalini</a:t>
            </a:r>
            <a:r>
              <a:rPr lang="en-US" sz="3000" spc="-10" dirty="0">
                <a:latin typeface="Cambria"/>
                <a:cs typeface="Cambria"/>
              </a:rPr>
              <a:t>.,M.E.,</a:t>
            </a:r>
            <a:r>
              <a:rPr lang="en-US" sz="3000" spc="-10" dirty="0" err="1">
                <a:latin typeface="Cambria"/>
                <a:cs typeface="Cambria"/>
              </a:rPr>
              <a:t>Ph.D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3000" dirty="0">
                <a:latin typeface="Cambria"/>
                <a:cs typeface="Cambria"/>
              </a:rPr>
              <a:t>Assistant</a:t>
            </a:r>
            <a:r>
              <a:rPr sz="3000" spc="-10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Professor(Senior</a:t>
            </a:r>
            <a:r>
              <a:rPr sz="3000" spc="-105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Grade)</a:t>
            </a:r>
            <a:endParaRPr sz="30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88794" y="6998284"/>
            <a:ext cx="71196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mbria"/>
                <a:cs typeface="Cambria"/>
              </a:rPr>
              <a:t>SDG: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SDG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No</a:t>
            </a:r>
            <a:r>
              <a:rPr sz="2000" b="1" spc="-1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–</a:t>
            </a:r>
            <a:r>
              <a:rPr sz="2000" b="1" spc="-5" dirty="0">
                <a:latin typeface="Cambria"/>
                <a:cs typeface="Cambria"/>
              </a:rPr>
              <a:t> </a:t>
            </a:r>
            <a:r>
              <a:rPr lang="en-US" sz="2000" b="1" spc="-5" dirty="0">
                <a:latin typeface="Cambria"/>
                <a:cs typeface="Cambria"/>
              </a:rPr>
              <a:t>9(</a:t>
            </a:r>
            <a:r>
              <a:rPr lang="en-US" sz="2000" b="1" dirty="0"/>
              <a:t>Industry, Innovation and Infrastructure)</a:t>
            </a:r>
            <a:endParaRPr sz="2000" b="1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06081" y="1952244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5">
                <a:moveTo>
                  <a:pt x="496227" y="0"/>
                </a:moveTo>
                <a:lnTo>
                  <a:pt x="448437" y="2271"/>
                </a:lnTo>
                <a:lnTo>
                  <a:pt x="401933" y="8945"/>
                </a:lnTo>
                <a:lnTo>
                  <a:pt x="356922" y="19816"/>
                </a:lnTo>
                <a:lnTo>
                  <a:pt x="313612" y="34675"/>
                </a:lnTo>
                <a:lnTo>
                  <a:pt x="272211" y="53314"/>
                </a:lnTo>
                <a:lnTo>
                  <a:pt x="232927" y="75525"/>
                </a:lnTo>
                <a:lnTo>
                  <a:pt x="195968" y="101101"/>
                </a:lnTo>
                <a:lnTo>
                  <a:pt x="161541" y="129834"/>
                </a:lnTo>
                <a:lnTo>
                  <a:pt x="129856" y="161516"/>
                </a:lnTo>
                <a:lnTo>
                  <a:pt x="101119" y="195938"/>
                </a:lnTo>
                <a:lnTo>
                  <a:pt x="75539" y="232894"/>
                </a:lnTo>
                <a:lnTo>
                  <a:pt x="53324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79"/>
                </a:lnTo>
                <a:lnTo>
                  <a:pt x="8947" y="590484"/>
                </a:lnTo>
                <a:lnTo>
                  <a:pt x="19820" y="635494"/>
                </a:lnTo>
                <a:lnTo>
                  <a:pt x="34682" y="678803"/>
                </a:lnTo>
                <a:lnTo>
                  <a:pt x="53324" y="720202"/>
                </a:lnTo>
                <a:lnTo>
                  <a:pt x="75539" y="759483"/>
                </a:lnTo>
                <a:lnTo>
                  <a:pt x="101119" y="796439"/>
                </a:lnTo>
                <a:lnTo>
                  <a:pt x="129856" y="830861"/>
                </a:lnTo>
                <a:lnTo>
                  <a:pt x="161541" y="862543"/>
                </a:lnTo>
                <a:lnTo>
                  <a:pt x="195968" y="891276"/>
                </a:lnTo>
                <a:lnTo>
                  <a:pt x="232927" y="916852"/>
                </a:lnTo>
                <a:lnTo>
                  <a:pt x="272211" y="939063"/>
                </a:lnTo>
                <a:lnTo>
                  <a:pt x="313612" y="957702"/>
                </a:lnTo>
                <a:lnTo>
                  <a:pt x="356922" y="972561"/>
                </a:lnTo>
                <a:lnTo>
                  <a:pt x="401933" y="983432"/>
                </a:lnTo>
                <a:lnTo>
                  <a:pt x="448437" y="990106"/>
                </a:lnTo>
                <a:lnTo>
                  <a:pt x="496227" y="992377"/>
                </a:lnTo>
                <a:lnTo>
                  <a:pt x="544017" y="990106"/>
                </a:lnTo>
                <a:lnTo>
                  <a:pt x="590522" y="983432"/>
                </a:lnTo>
                <a:lnTo>
                  <a:pt x="635532" y="972561"/>
                </a:lnTo>
                <a:lnTo>
                  <a:pt x="678841" y="957702"/>
                </a:lnTo>
                <a:lnTo>
                  <a:pt x="720240" y="939063"/>
                </a:lnTo>
                <a:lnTo>
                  <a:pt x="759521" y="916852"/>
                </a:lnTo>
                <a:lnTo>
                  <a:pt x="796477" y="891276"/>
                </a:lnTo>
                <a:lnTo>
                  <a:pt x="830899" y="862543"/>
                </a:lnTo>
                <a:lnTo>
                  <a:pt x="862581" y="830861"/>
                </a:lnTo>
                <a:lnTo>
                  <a:pt x="891314" y="796439"/>
                </a:lnTo>
                <a:lnTo>
                  <a:pt x="916890" y="759483"/>
                </a:lnTo>
                <a:lnTo>
                  <a:pt x="939101" y="720202"/>
                </a:lnTo>
                <a:lnTo>
                  <a:pt x="957740" y="678803"/>
                </a:lnTo>
                <a:lnTo>
                  <a:pt x="972599" y="635494"/>
                </a:lnTo>
                <a:lnTo>
                  <a:pt x="983470" y="590484"/>
                </a:lnTo>
                <a:lnTo>
                  <a:pt x="990144" y="543979"/>
                </a:lnTo>
                <a:lnTo>
                  <a:pt x="992416" y="496188"/>
                </a:lnTo>
                <a:lnTo>
                  <a:pt x="990144" y="448398"/>
                </a:lnTo>
                <a:lnTo>
                  <a:pt x="983470" y="401893"/>
                </a:lnTo>
                <a:lnTo>
                  <a:pt x="972599" y="356883"/>
                </a:lnTo>
                <a:lnTo>
                  <a:pt x="957740" y="313574"/>
                </a:lnTo>
                <a:lnTo>
                  <a:pt x="939101" y="272175"/>
                </a:lnTo>
                <a:lnTo>
                  <a:pt x="916890" y="232894"/>
                </a:lnTo>
                <a:lnTo>
                  <a:pt x="891314" y="195938"/>
                </a:lnTo>
                <a:lnTo>
                  <a:pt x="862581" y="161516"/>
                </a:lnTo>
                <a:lnTo>
                  <a:pt x="830899" y="129834"/>
                </a:lnTo>
                <a:lnTo>
                  <a:pt x="796477" y="101101"/>
                </a:lnTo>
                <a:lnTo>
                  <a:pt x="759521" y="75525"/>
                </a:lnTo>
                <a:lnTo>
                  <a:pt x="720240" y="53314"/>
                </a:lnTo>
                <a:lnTo>
                  <a:pt x="678841" y="34675"/>
                </a:lnTo>
                <a:lnTo>
                  <a:pt x="635532" y="19816"/>
                </a:lnTo>
                <a:lnTo>
                  <a:pt x="590522" y="8945"/>
                </a:lnTo>
                <a:lnTo>
                  <a:pt x="544017" y="2271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48232" y="444728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6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16583" y="4570221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48232" y="3107308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7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24203" y="1663954"/>
            <a:ext cx="15586710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3005" marR="5715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183005" algn="l"/>
              </a:tabLst>
            </a:pPr>
            <a:endParaRPr sz="170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48232" y="511581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1"/>
                </a:lnTo>
                <a:lnTo>
                  <a:pt x="125839" y="37102"/>
                </a:lnTo>
                <a:lnTo>
                  <a:pt x="90378" y="63914"/>
                </a:lnTo>
                <a:lnTo>
                  <a:pt x="59755" y="96669"/>
                </a:lnTo>
                <a:lnTo>
                  <a:pt x="34688" y="134601"/>
                </a:lnTo>
                <a:lnTo>
                  <a:pt x="15895" y="176941"/>
                </a:lnTo>
                <a:lnTo>
                  <a:pt x="4093" y="222923"/>
                </a:lnTo>
                <a:lnTo>
                  <a:pt x="0" y="271780"/>
                </a:lnTo>
                <a:lnTo>
                  <a:pt x="4093" y="320674"/>
                </a:lnTo>
                <a:lnTo>
                  <a:pt x="15895" y="366685"/>
                </a:lnTo>
                <a:lnTo>
                  <a:pt x="34688" y="409048"/>
                </a:lnTo>
                <a:lnTo>
                  <a:pt x="59755" y="446995"/>
                </a:lnTo>
                <a:lnTo>
                  <a:pt x="90378" y="479761"/>
                </a:lnTo>
                <a:lnTo>
                  <a:pt x="125839" y="506579"/>
                </a:lnTo>
                <a:lnTo>
                  <a:pt x="165420" y="526683"/>
                </a:lnTo>
                <a:lnTo>
                  <a:pt x="208405" y="539308"/>
                </a:lnTo>
                <a:lnTo>
                  <a:pt x="254076" y="543687"/>
                </a:lnTo>
                <a:lnTo>
                  <a:pt x="299751" y="539308"/>
                </a:lnTo>
                <a:lnTo>
                  <a:pt x="342743" y="526683"/>
                </a:lnTo>
                <a:lnTo>
                  <a:pt x="382332" y="506579"/>
                </a:lnTo>
                <a:lnTo>
                  <a:pt x="417800" y="479761"/>
                </a:lnTo>
                <a:lnTo>
                  <a:pt x="448430" y="446995"/>
                </a:lnTo>
                <a:lnTo>
                  <a:pt x="473503" y="409048"/>
                </a:lnTo>
                <a:lnTo>
                  <a:pt x="492302" y="366685"/>
                </a:lnTo>
                <a:lnTo>
                  <a:pt x="504108" y="320674"/>
                </a:lnTo>
                <a:lnTo>
                  <a:pt x="508203" y="271780"/>
                </a:lnTo>
                <a:lnTo>
                  <a:pt x="504108" y="222923"/>
                </a:lnTo>
                <a:lnTo>
                  <a:pt x="492302" y="176941"/>
                </a:lnTo>
                <a:lnTo>
                  <a:pt x="473503" y="134601"/>
                </a:lnTo>
                <a:lnTo>
                  <a:pt x="448430" y="96669"/>
                </a:lnTo>
                <a:lnTo>
                  <a:pt x="417800" y="63914"/>
                </a:lnTo>
                <a:lnTo>
                  <a:pt x="382332" y="37102"/>
                </a:lnTo>
                <a:lnTo>
                  <a:pt x="342743" y="17001"/>
                </a:lnTo>
                <a:lnTo>
                  <a:pt x="299751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2680" y="523875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48232" y="37764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1" y="539431"/>
                </a:lnTo>
                <a:lnTo>
                  <a:pt x="342743" y="526796"/>
                </a:lnTo>
                <a:lnTo>
                  <a:pt x="382332" y="506678"/>
                </a:lnTo>
                <a:lnTo>
                  <a:pt x="417800" y="479846"/>
                </a:lnTo>
                <a:lnTo>
                  <a:pt x="448430" y="447070"/>
                </a:lnTo>
                <a:lnTo>
                  <a:pt x="473503" y="409118"/>
                </a:lnTo>
                <a:lnTo>
                  <a:pt x="492302" y="366761"/>
                </a:lnTo>
                <a:lnTo>
                  <a:pt x="504108" y="320767"/>
                </a:lnTo>
                <a:lnTo>
                  <a:pt x="508203" y="271906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2680" y="3899407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48232" y="645579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1"/>
                </a:lnTo>
                <a:lnTo>
                  <a:pt x="125839" y="37102"/>
                </a:lnTo>
                <a:lnTo>
                  <a:pt x="90378" y="63914"/>
                </a:lnTo>
                <a:lnTo>
                  <a:pt x="59755" y="96669"/>
                </a:lnTo>
                <a:lnTo>
                  <a:pt x="34688" y="134601"/>
                </a:lnTo>
                <a:lnTo>
                  <a:pt x="15895" y="176941"/>
                </a:lnTo>
                <a:lnTo>
                  <a:pt x="4093" y="222923"/>
                </a:lnTo>
                <a:lnTo>
                  <a:pt x="0" y="271780"/>
                </a:lnTo>
                <a:lnTo>
                  <a:pt x="4093" y="320674"/>
                </a:lnTo>
                <a:lnTo>
                  <a:pt x="15895" y="366685"/>
                </a:lnTo>
                <a:lnTo>
                  <a:pt x="34688" y="409048"/>
                </a:lnTo>
                <a:lnTo>
                  <a:pt x="59755" y="446995"/>
                </a:lnTo>
                <a:lnTo>
                  <a:pt x="90378" y="479761"/>
                </a:lnTo>
                <a:lnTo>
                  <a:pt x="125839" y="506579"/>
                </a:lnTo>
                <a:lnTo>
                  <a:pt x="165420" y="526683"/>
                </a:lnTo>
                <a:lnTo>
                  <a:pt x="208405" y="539308"/>
                </a:lnTo>
                <a:lnTo>
                  <a:pt x="254076" y="543687"/>
                </a:lnTo>
                <a:lnTo>
                  <a:pt x="299751" y="539308"/>
                </a:lnTo>
                <a:lnTo>
                  <a:pt x="342743" y="526683"/>
                </a:lnTo>
                <a:lnTo>
                  <a:pt x="382332" y="506579"/>
                </a:lnTo>
                <a:lnTo>
                  <a:pt x="417800" y="479761"/>
                </a:lnTo>
                <a:lnTo>
                  <a:pt x="448430" y="446995"/>
                </a:lnTo>
                <a:lnTo>
                  <a:pt x="473503" y="409048"/>
                </a:lnTo>
                <a:lnTo>
                  <a:pt x="492302" y="366685"/>
                </a:lnTo>
                <a:lnTo>
                  <a:pt x="504108" y="320674"/>
                </a:lnTo>
                <a:lnTo>
                  <a:pt x="508203" y="271780"/>
                </a:lnTo>
                <a:lnTo>
                  <a:pt x="504108" y="222923"/>
                </a:lnTo>
                <a:lnTo>
                  <a:pt x="492302" y="176941"/>
                </a:lnTo>
                <a:lnTo>
                  <a:pt x="473503" y="134601"/>
                </a:lnTo>
                <a:lnTo>
                  <a:pt x="448430" y="96669"/>
                </a:lnTo>
                <a:lnTo>
                  <a:pt x="417800" y="63914"/>
                </a:lnTo>
                <a:lnTo>
                  <a:pt x="382332" y="37102"/>
                </a:lnTo>
                <a:lnTo>
                  <a:pt x="342743" y="17001"/>
                </a:lnTo>
                <a:lnTo>
                  <a:pt x="299751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4203" y="6578854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48232" y="578485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7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19632" y="5908039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48232" y="712330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7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1155" y="7246746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48232" y="77909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6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19632" y="7914513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70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008123" y="3493135"/>
            <a:ext cx="1470723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08123" y="4407534"/>
            <a:ext cx="1470088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9085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32051" y="871267"/>
            <a:ext cx="14701519" cy="9061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Job Portal Management System is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application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recruitment processes.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job seekers and employers.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 jobs, apply online, and track application status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jobs, manage listings, and view applicants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effort and time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the hiring process.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technologies like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Boot,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MySQL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and role-based access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(Student, Employer, Admin).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candidates and recruiters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and efficient interface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Aims to make the recruitment process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simple, fast, and reliable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09358" y="2648076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2"/>
                </a:lnTo>
                <a:lnTo>
                  <a:pt x="401933" y="8950"/>
                </a:lnTo>
                <a:lnTo>
                  <a:pt x="356922" y="19827"/>
                </a:lnTo>
                <a:lnTo>
                  <a:pt x="313612" y="34693"/>
                </a:lnTo>
                <a:lnTo>
                  <a:pt x="272211" y="53341"/>
                </a:lnTo>
                <a:lnTo>
                  <a:pt x="232927" y="75562"/>
                </a:lnTo>
                <a:lnTo>
                  <a:pt x="195968" y="101148"/>
                </a:lnTo>
                <a:lnTo>
                  <a:pt x="161541" y="129892"/>
                </a:lnTo>
                <a:lnTo>
                  <a:pt x="129856" y="161585"/>
                </a:lnTo>
                <a:lnTo>
                  <a:pt x="101119" y="196018"/>
                </a:lnTo>
                <a:lnTo>
                  <a:pt x="75539" y="232985"/>
                </a:lnTo>
                <a:lnTo>
                  <a:pt x="53324" y="272276"/>
                </a:lnTo>
                <a:lnTo>
                  <a:pt x="34682" y="313683"/>
                </a:lnTo>
                <a:lnTo>
                  <a:pt x="19820" y="356999"/>
                </a:lnTo>
                <a:lnTo>
                  <a:pt x="8947" y="402015"/>
                </a:lnTo>
                <a:lnTo>
                  <a:pt x="2271" y="448523"/>
                </a:lnTo>
                <a:lnTo>
                  <a:pt x="0" y="496316"/>
                </a:lnTo>
                <a:lnTo>
                  <a:pt x="2271" y="544106"/>
                </a:lnTo>
                <a:lnTo>
                  <a:pt x="8947" y="590611"/>
                </a:lnTo>
                <a:lnTo>
                  <a:pt x="19820" y="635621"/>
                </a:lnTo>
                <a:lnTo>
                  <a:pt x="34682" y="678930"/>
                </a:lnTo>
                <a:lnTo>
                  <a:pt x="53324" y="720329"/>
                </a:lnTo>
                <a:lnTo>
                  <a:pt x="75539" y="759610"/>
                </a:lnTo>
                <a:lnTo>
                  <a:pt x="101119" y="796566"/>
                </a:lnTo>
                <a:lnTo>
                  <a:pt x="129856" y="830988"/>
                </a:lnTo>
                <a:lnTo>
                  <a:pt x="161541" y="862670"/>
                </a:lnTo>
                <a:lnTo>
                  <a:pt x="195968" y="891403"/>
                </a:lnTo>
                <a:lnTo>
                  <a:pt x="232927" y="916979"/>
                </a:lnTo>
                <a:lnTo>
                  <a:pt x="272211" y="939190"/>
                </a:lnTo>
                <a:lnTo>
                  <a:pt x="313612" y="957829"/>
                </a:lnTo>
                <a:lnTo>
                  <a:pt x="356922" y="972688"/>
                </a:lnTo>
                <a:lnTo>
                  <a:pt x="401933" y="983559"/>
                </a:lnTo>
                <a:lnTo>
                  <a:pt x="448437" y="990233"/>
                </a:lnTo>
                <a:lnTo>
                  <a:pt x="496227" y="992504"/>
                </a:lnTo>
                <a:lnTo>
                  <a:pt x="544022" y="990233"/>
                </a:lnTo>
                <a:lnTo>
                  <a:pt x="590530" y="983559"/>
                </a:lnTo>
                <a:lnTo>
                  <a:pt x="635544" y="972688"/>
                </a:lnTo>
                <a:lnTo>
                  <a:pt x="678855" y="957829"/>
                </a:lnTo>
                <a:lnTo>
                  <a:pt x="720256" y="939190"/>
                </a:lnTo>
                <a:lnTo>
                  <a:pt x="759539" y="916979"/>
                </a:lnTo>
                <a:lnTo>
                  <a:pt x="796497" y="891403"/>
                </a:lnTo>
                <a:lnTo>
                  <a:pt x="830921" y="862670"/>
                </a:lnTo>
                <a:lnTo>
                  <a:pt x="862604" y="830988"/>
                </a:lnTo>
                <a:lnTo>
                  <a:pt x="891337" y="796566"/>
                </a:lnTo>
                <a:lnTo>
                  <a:pt x="916914" y="759610"/>
                </a:lnTo>
                <a:lnTo>
                  <a:pt x="939126" y="720329"/>
                </a:lnTo>
                <a:lnTo>
                  <a:pt x="957765" y="678930"/>
                </a:lnTo>
                <a:lnTo>
                  <a:pt x="972624" y="635621"/>
                </a:lnTo>
                <a:lnTo>
                  <a:pt x="983495" y="590611"/>
                </a:lnTo>
                <a:lnTo>
                  <a:pt x="990170" y="544106"/>
                </a:lnTo>
                <a:lnTo>
                  <a:pt x="992441" y="496316"/>
                </a:lnTo>
                <a:lnTo>
                  <a:pt x="990170" y="448523"/>
                </a:lnTo>
                <a:lnTo>
                  <a:pt x="983495" y="402015"/>
                </a:lnTo>
                <a:lnTo>
                  <a:pt x="972624" y="356999"/>
                </a:lnTo>
                <a:lnTo>
                  <a:pt x="957765" y="313683"/>
                </a:lnTo>
                <a:lnTo>
                  <a:pt x="939126" y="272276"/>
                </a:lnTo>
                <a:lnTo>
                  <a:pt x="916914" y="232985"/>
                </a:lnTo>
                <a:lnTo>
                  <a:pt x="891337" y="196018"/>
                </a:lnTo>
                <a:lnTo>
                  <a:pt x="862604" y="161585"/>
                </a:lnTo>
                <a:lnTo>
                  <a:pt x="830921" y="129892"/>
                </a:lnTo>
                <a:lnTo>
                  <a:pt x="796497" y="101148"/>
                </a:lnTo>
                <a:lnTo>
                  <a:pt x="759539" y="75562"/>
                </a:lnTo>
                <a:lnTo>
                  <a:pt x="720256" y="53341"/>
                </a:lnTo>
                <a:lnTo>
                  <a:pt x="678855" y="34693"/>
                </a:lnTo>
                <a:lnTo>
                  <a:pt x="635544" y="19827"/>
                </a:lnTo>
                <a:lnTo>
                  <a:pt x="590530" y="8950"/>
                </a:lnTo>
                <a:lnTo>
                  <a:pt x="544022" y="2272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9761" y="2894533"/>
            <a:ext cx="23114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1509" y="442823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1509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1509" y="509409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1509" y="376250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51509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6548755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1509" y="575983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51509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4203" y="7216520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1509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680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565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" dirty="0"/>
              <a:t> </a:t>
            </a:r>
            <a:r>
              <a:rPr spc="-75" dirty="0"/>
              <a:t>STATEMENT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514600" y="1259103"/>
            <a:ext cx="14926944" cy="77687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job searching and recruitment processes are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inefficient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job postings and applications.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seekers face difficulty in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finding relevant job opportunities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Employers struggle 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 large numbers of applications manually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tracking system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application status (Applied, Shortlisted, Rejected).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recruiters and candidates is often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delayed or unclear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may lack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 filtering and search features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processes increase the chances of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loss and errors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proper system 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recruitment data and performance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8" y="331571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2"/>
                </a:lnTo>
                <a:lnTo>
                  <a:pt x="401933" y="8950"/>
                </a:lnTo>
                <a:lnTo>
                  <a:pt x="356922" y="19827"/>
                </a:lnTo>
                <a:lnTo>
                  <a:pt x="313612" y="34693"/>
                </a:lnTo>
                <a:lnTo>
                  <a:pt x="272211" y="53341"/>
                </a:lnTo>
                <a:lnTo>
                  <a:pt x="232927" y="75562"/>
                </a:lnTo>
                <a:lnTo>
                  <a:pt x="195968" y="101148"/>
                </a:lnTo>
                <a:lnTo>
                  <a:pt x="161541" y="129892"/>
                </a:lnTo>
                <a:lnTo>
                  <a:pt x="129856" y="161585"/>
                </a:lnTo>
                <a:lnTo>
                  <a:pt x="101119" y="196018"/>
                </a:lnTo>
                <a:lnTo>
                  <a:pt x="75539" y="232985"/>
                </a:lnTo>
                <a:lnTo>
                  <a:pt x="53324" y="272276"/>
                </a:lnTo>
                <a:lnTo>
                  <a:pt x="34682" y="313683"/>
                </a:lnTo>
                <a:lnTo>
                  <a:pt x="19820" y="356999"/>
                </a:lnTo>
                <a:lnTo>
                  <a:pt x="8947" y="402015"/>
                </a:lnTo>
                <a:lnTo>
                  <a:pt x="2271" y="448523"/>
                </a:lnTo>
                <a:lnTo>
                  <a:pt x="0" y="496315"/>
                </a:lnTo>
                <a:lnTo>
                  <a:pt x="2271" y="544106"/>
                </a:lnTo>
                <a:lnTo>
                  <a:pt x="8947" y="590611"/>
                </a:lnTo>
                <a:lnTo>
                  <a:pt x="19820" y="635621"/>
                </a:lnTo>
                <a:lnTo>
                  <a:pt x="34682" y="678930"/>
                </a:lnTo>
                <a:lnTo>
                  <a:pt x="53324" y="720329"/>
                </a:lnTo>
                <a:lnTo>
                  <a:pt x="75539" y="759610"/>
                </a:lnTo>
                <a:lnTo>
                  <a:pt x="101119" y="796566"/>
                </a:lnTo>
                <a:lnTo>
                  <a:pt x="129856" y="830988"/>
                </a:lnTo>
                <a:lnTo>
                  <a:pt x="161541" y="862670"/>
                </a:lnTo>
                <a:lnTo>
                  <a:pt x="195968" y="891403"/>
                </a:lnTo>
                <a:lnTo>
                  <a:pt x="232927" y="916979"/>
                </a:lnTo>
                <a:lnTo>
                  <a:pt x="272211" y="939190"/>
                </a:lnTo>
                <a:lnTo>
                  <a:pt x="313612" y="957829"/>
                </a:lnTo>
                <a:lnTo>
                  <a:pt x="356922" y="972688"/>
                </a:lnTo>
                <a:lnTo>
                  <a:pt x="401933" y="983559"/>
                </a:lnTo>
                <a:lnTo>
                  <a:pt x="448437" y="990233"/>
                </a:lnTo>
                <a:lnTo>
                  <a:pt x="496227" y="992504"/>
                </a:lnTo>
                <a:lnTo>
                  <a:pt x="544022" y="990233"/>
                </a:lnTo>
                <a:lnTo>
                  <a:pt x="590530" y="983559"/>
                </a:lnTo>
                <a:lnTo>
                  <a:pt x="635544" y="972688"/>
                </a:lnTo>
                <a:lnTo>
                  <a:pt x="678855" y="957829"/>
                </a:lnTo>
                <a:lnTo>
                  <a:pt x="720256" y="939190"/>
                </a:lnTo>
                <a:lnTo>
                  <a:pt x="759539" y="916979"/>
                </a:lnTo>
                <a:lnTo>
                  <a:pt x="796497" y="891403"/>
                </a:lnTo>
                <a:lnTo>
                  <a:pt x="830921" y="862670"/>
                </a:lnTo>
                <a:lnTo>
                  <a:pt x="862604" y="830988"/>
                </a:lnTo>
                <a:lnTo>
                  <a:pt x="891337" y="796566"/>
                </a:lnTo>
                <a:lnTo>
                  <a:pt x="916914" y="759610"/>
                </a:lnTo>
                <a:lnTo>
                  <a:pt x="939126" y="720329"/>
                </a:lnTo>
                <a:lnTo>
                  <a:pt x="957765" y="678930"/>
                </a:lnTo>
                <a:lnTo>
                  <a:pt x="972624" y="635621"/>
                </a:lnTo>
                <a:lnTo>
                  <a:pt x="983495" y="590611"/>
                </a:lnTo>
                <a:lnTo>
                  <a:pt x="990170" y="544106"/>
                </a:lnTo>
                <a:lnTo>
                  <a:pt x="992441" y="496315"/>
                </a:lnTo>
                <a:lnTo>
                  <a:pt x="990170" y="448523"/>
                </a:lnTo>
                <a:lnTo>
                  <a:pt x="983495" y="402015"/>
                </a:lnTo>
                <a:lnTo>
                  <a:pt x="972624" y="356999"/>
                </a:lnTo>
                <a:lnTo>
                  <a:pt x="957765" y="313683"/>
                </a:lnTo>
                <a:lnTo>
                  <a:pt x="939126" y="272276"/>
                </a:lnTo>
                <a:lnTo>
                  <a:pt x="916914" y="232985"/>
                </a:lnTo>
                <a:lnTo>
                  <a:pt x="891337" y="196018"/>
                </a:lnTo>
                <a:lnTo>
                  <a:pt x="862604" y="161585"/>
                </a:lnTo>
                <a:lnTo>
                  <a:pt x="830921" y="129892"/>
                </a:lnTo>
                <a:lnTo>
                  <a:pt x="796497" y="101148"/>
                </a:lnTo>
                <a:lnTo>
                  <a:pt x="759539" y="75562"/>
                </a:lnTo>
                <a:lnTo>
                  <a:pt x="720256" y="53341"/>
                </a:lnTo>
                <a:lnTo>
                  <a:pt x="678855" y="34693"/>
                </a:lnTo>
                <a:lnTo>
                  <a:pt x="635544" y="19827"/>
                </a:lnTo>
                <a:lnTo>
                  <a:pt x="590530" y="8950"/>
                </a:lnTo>
                <a:lnTo>
                  <a:pt x="544022" y="2272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3562603"/>
            <a:ext cx="2362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1509" y="442823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19632" y="45514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1509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1509" y="509409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17032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1509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1509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48755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1509" y="575983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83020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1509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4203" y="7216520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1509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75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OBJECTIVE(S)</a:t>
            </a:r>
          </a:p>
        </p:txBody>
      </p:sp>
      <p:sp>
        <p:nvSpPr>
          <p:cNvPr id="21" name="object 21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651698" y="1659989"/>
            <a:ext cx="14926944" cy="81996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platform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job management and recruitment.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system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job seekers and employers.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students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search, apply, and track job applications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employers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post, update, and manage job listings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easily.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and role-based access control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tracking process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(Applied, Shortlisted, Rejected).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job seekers and recruiters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 storage and management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MySQL.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all types of users.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the recruitment process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transparent, and reliable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8" y="3983354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2"/>
                </a:lnTo>
                <a:lnTo>
                  <a:pt x="401933" y="8950"/>
                </a:lnTo>
                <a:lnTo>
                  <a:pt x="356922" y="19826"/>
                </a:lnTo>
                <a:lnTo>
                  <a:pt x="313612" y="34691"/>
                </a:lnTo>
                <a:lnTo>
                  <a:pt x="272211" y="53337"/>
                </a:lnTo>
                <a:lnTo>
                  <a:pt x="232927" y="75556"/>
                </a:lnTo>
                <a:lnTo>
                  <a:pt x="195968" y="101139"/>
                </a:lnTo>
                <a:lnTo>
                  <a:pt x="161541" y="129879"/>
                </a:lnTo>
                <a:lnTo>
                  <a:pt x="129856" y="161566"/>
                </a:lnTo>
                <a:lnTo>
                  <a:pt x="101119" y="195993"/>
                </a:lnTo>
                <a:lnTo>
                  <a:pt x="75539" y="232950"/>
                </a:lnTo>
                <a:lnTo>
                  <a:pt x="53324" y="272231"/>
                </a:lnTo>
                <a:lnTo>
                  <a:pt x="34682" y="313627"/>
                </a:lnTo>
                <a:lnTo>
                  <a:pt x="19820" y="356928"/>
                </a:lnTo>
                <a:lnTo>
                  <a:pt x="8947" y="401928"/>
                </a:lnTo>
                <a:lnTo>
                  <a:pt x="2271" y="448418"/>
                </a:lnTo>
                <a:lnTo>
                  <a:pt x="0" y="496189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4" y="720228"/>
                </a:lnTo>
                <a:lnTo>
                  <a:pt x="75539" y="759519"/>
                </a:lnTo>
                <a:lnTo>
                  <a:pt x="101119" y="796486"/>
                </a:lnTo>
                <a:lnTo>
                  <a:pt x="129856" y="830919"/>
                </a:lnTo>
                <a:lnTo>
                  <a:pt x="161541" y="862612"/>
                </a:lnTo>
                <a:lnTo>
                  <a:pt x="195968" y="891356"/>
                </a:lnTo>
                <a:lnTo>
                  <a:pt x="232927" y="916942"/>
                </a:lnTo>
                <a:lnTo>
                  <a:pt x="272211" y="939163"/>
                </a:lnTo>
                <a:lnTo>
                  <a:pt x="313612" y="957811"/>
                </a:lnTo>
                <a:lnTo>
                  <a:pt x="356922" y="972677"/>
                </a:lnTo>
                <a:lnTo>
                  <a:pt x="401933" y="983554"/>
                </a:lnTo>
                <a:lnTo>
                  <a:pt x="448437" y="990232"/>
                </a:lnTo>
                <a:lnTo>
                  <a:pt x="496227" y="992505"/>
                </a:lnTo>
                <a:lnTo>
                  <a:pt x="544022" y="990232"/>
                </a:lnTo>
                <a:lnTo>
                  <a:pt x="590530" y="983554"/>
                </a:lnTo>
                <a:lnTo>
                  <a:pt x="635544" y="972677"/>
                </a:lnTo>
                <a:lnTo>
                  <a:pt x="678855" y="957811"/>
                </a:lnTo>
                <a:lnTo>
                  <a:pt x="720256" y="939163"/>
                </a:lnTo>
                <a:lnTo>
                  <a:pt x="759539" y="916942"/>
                </a:lnTo>
                <a:lnTo>
                  <a:pt x="796497" y="891356"/>
                </a:lnTo>
                <a:lnTo>
                  <a:pt x="830921" y="862612"/>
                </a:lnTo>
                <a:lnTo>
                  <a:pt x="862604" y="830919"/>
                </a:lnTo>
                <a:lnTo>
                  <a:pt x="891337" y="796486"/>
                </a:lnTo>
                <a:lnTo>
                  <a:pt x="916914" y="759519"/>
                </a:lnTo>
                <a:lnTo>
                  <a:pt x="939126" y="720228"/>
                </a:lnTo>
                <a:lnTo>
                  <a:pt x="957765" y="678821"/>
                </a:lnTo>
                <a:lnTo>
                  <a:pt x="972624" y="635505"/>
                </a:lnTo>
                <a:lnTo>
                  <a:pt x="983495" y="590489"/>
                </a:lnTo>
                <a:lnTo>
                  <a:pt x="990170" y="543981"/>
                </a:lnTo>
                <a:lnTo>
                  <a:pt x="992441" y="496189"/>
                </a:lnTo>
                <a:lnTo>
                  <a:pt x="990170" y="448418"/>
                </a:lnTo>
                <a:lnTo>
                  <a:pt x="983495" y="401928"/>
                </a:lnTo>
                <a:lnTo>
                  <a:pt x="972624" y="356928"/>
                </a:lnTo>
                <a:lnTo>
                  <a:pt x="957765" y="313627"/>
                </a:lnTo>
                <a:lnTo>
                  <a:pt x="939126" y="272231"/>
                </a:lnTo>
                <a:lnTo>
                  <a:pt x="916914" y="232950"/>
                </a:lnTo>
                <a:lnTo>
                  <a:pt x="891337" y="195993"/>
                </a:lnTo>
                <a:lnTo>
                  <a:pt x="862604" y="161566"/>
                </a:lnTo>
                <a:lnTo>
                  <a:pt x="830921" y="129879"/>
                </a:lnTo>
                <a:lnTo>
                  <a:pt x="796497" y="101139"/>
                </a:lnTo>
                <a:lnTo>
                  <a:pt x="759539" y="75556"/>
                </a:lnTo>
                <a:lnTo>
                  <a:pt x="720256" y="53337"/>
                </a:lnTo>
                <a:lnTo>
                  <a:pt x="678855" y="34691"/>
                </a:lnTo>
                <a:lnTo>
                  <a:pt x="635544" y="19826"/>
                </a:lnTo>
                <a:lnTo>
                  <a:pt x="590530" y="8950"/>
                </a:lnTo>
                <a:lnTo>
                  <a:pt x="544022" y="2272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7569" y="4230370"/>
            <a:ext cx="25590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70" dirty="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1509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1509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1509" y="509409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17032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1509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1509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48755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1509" y="575983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83020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1509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4203" y="7216520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1509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095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6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362200" y="1501902"/>
            <a:ext cx="16092805" cy="8272778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proposes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Job Portal Management System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automate recruitment.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Students, Employers, and Admin.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register, search jobs, apply online, and track application status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jobs, manage listings, and view applicants efficiently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users, jobs, and applications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the system.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and role-based access control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Spring Security.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(backend)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(frontend)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smooth operation.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securely in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JPA/Hibernate.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dashboards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user experience.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improves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speed, accuracy, and transparency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recruitment.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8" y="465582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1"/>
                </a:lnTo>
                <a:lnTo>
                  <a:pt x="401933" y="8945"/>
                </a:lnTo>
                <a:lnTo>
                  <a:pt x="356922" y="19816"/>
                </a:lnTo>
                <a:lnTo>
                  <a:pt x="313612" y="34675"/>
                </a:lnTo>
                <a:lnTo>
                  <a:pt x="272211" y="53314"/>
                </a:lnTo>
                <a:lnTo>
                  <a:pt x="232927" y="75525"/>
                </a:lnTo>
                <a:lnTo>
                  <a:pt x="195968" y="101101"/>
                </a:lnTo>
                <a:lnTo>
                  <a:pt x="161541" y="129834"/>
                </a:lnTo>
                <a:lnTo>
                  <a:pt x="129856" y="161516"/>
                </a:lnTo>
                <a:lnTo>
                  <a:pt x="101119" y="195938"/>
                </a:lnTo>
                <a:lnTo>
                  <a:pt x="75539" y="232894"/>
                </a:lnTo>
                <a:lnTo>
                  <a:pt x="53324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79"/>
                </a:lnTo>
                <a:lnTo>
                  <a:pt x="8947" y="590484"/>
                </a:lnTo>
                <a:lnTo>
                  <a:pt x="19820" y="635494"/>
                </a:lnTo>
                <a:lnTo>
                  <a:pt x="34682" y="678803"/>
                </a:lnTo>
                <a:lnTo>
                  <a:pt x="53324" y="720202"/>
                </a:lnTo>
                <a:lnTo>
                  <a:pt x="75539" y="759483"/>
                </a:lnTo>
                <a:lnTo>
                  <a:pt x="101119" y="796439"/>
                </a:lnTo>
                <a:lnTo>
                  <a:pt x="129856" y="830861"/>
                </a:lnTo>
                <a:lnTo>
                  <a:pt x="161541" y="862543"/>
                </a:lnTo>
                <a:lnTo>
                  <a:pt x="195968" y="891276"/>
                </a:lnTo>
                <a:lnTo>
                  <a:pt x="232927" y="916852"/>
                </a:lnTo>
                <a:lnTo>
                  <a:pt x="272211" y="939063"/>
                </a:lnTo>
                <a:lnTo>
                  <a:pt x="313612" y="957702"/>
                </a:lnTo>
                <a:lnTo>
                  <a:pt x="356922" y="972561"/>
                </a:lnTo>
                <a:lnTo>
                  <a:pt x="401933" y="983432"/>
                </a:lnTo>
                <a:lnTo>
                  <a:pt x="448437" y="990106"/>
                </a:lnTo>
                <a:lnTo>
                  <a:pt x="496227" y="992377"/>
                </a:lnTo>
                <a:lnTo>
                  <a:pt x="544022" y="990106"/>
                </a:lnTo>
                <a:lnTo>
                  <a:pt x="590530" y="983432"/>
                </a:lnTo>
                <a:lnTo>
                  <a:pt x="635544" y="972561"/>
                </a:lnTo>
                <a:lnTo>
                  <a:pt x="678855" y="957702"/>
                </a:lnTo>
                <a:lnTo>
                  <a:pt x="720256" y="939063"/>
                </a:lnTo>
                <a:lnTo>
                  <a:pt x="759539" y="916852"/>
                </a:lnTo>
                <a:lnTo>
                  <a:pt x="796497" y="891276"/>
                </a:lnTo>
                <a:lnTo>
                  <a:pt x="830921" y="862543"/>
                </a:lnTo>
                <a:lnTo>
                  <a:pt x="862604" y="830861"/>
                </a:lnTo>
                <a:lnTo>
                  <a:pt x="891337" y="796439"/>
                </a:lnTo>
                <a:lnTo>
                  <a:pt x="916914" y="759483"/>
                </a:lnTo>
                <a:lnTo>
                  <a:pt x="939126" y="720202"/>
                </a:lnTo>
                <a:lnTo>
                  <a:pt x="957765" y="678803"/>
                </a:lnTo>
                <a:lnTo>
                  <a:pt x="972624" y="635494"/>
                </a:lnTo>
                <a:lnTo>
                  <a:pt x="983495" y="590484"/>
                </a:lnTo>
                <a:lnTo>
                  <a:pt x="990170" y="543979"/>
                </a:lnTo>
                <a:lnTo>
                  <a:pt x="992441" y="496188"/>
                </a:lnTo>
                <a:lnTo>
                  <a:pt x="990170" y="448398"/>
                </a:lnTo>
                <a:lnTo>
                  <a:pt x="983495" y="401893"/>
                </a:lnTo>
                <a:lnTo>
                  <a:pt x="972624" y="356883"/>
                </a:lnTo>
                <a:lnTo>
                  <a:pt x="957765" y="313574"/>
                </a:lnTo>
                <a:lnTo>
                  <a:pt x="939126" y="272175"/>
                </a:lnTo>
                <a:lnTo>
                  <a:pt x="916914" y="232894"/>
                </a:lnTo>
                <a:lnTo>
                  <a:pt x="891337" y="195938"/>
                </a:lnTo>
                <a:lnTo>
                  <a:pt x="862604" y="161516"/>
                </a:lnTo>
                <a:lnTo>
                  <a:pt x="830921" y="129834"/>
                </a:lnTo>
                <a:lnTo>
                  <a:pt x="796497" y="101101"/>
                </a:lnTo>
                <a:lnTo>
                  <a:pt x="759539" y="75525"/>
                </a:lnTo>
                <a:lnTo>
                  <a:pt x="720256" y="53314"/>
                </a:lnTo>
                <a:lnTo>
                  <a:pt x="678855" y="34675"/>
                </a:lnTo>
                <a:lnTo>
                  <a:pt x="635544" y="19816"/>
                </a:lnTo>
                <a:lnTo>
                  <a:pt x="590530" y="8945"/>
                </a:lnTo>
                <a:lnTo>
                  <a:pt x="544022" y="2271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4902834"/>
            <a:ext cx="2355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1509" y="332054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43477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1509" y="1987169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3"/>
                </a:lnTo>
                <a:lnTo>
                  <a:pt x="15895" y="366745"/>
                </a:lnTo>
                <a:lnTo>
                  <a:pt x="34688" y="409085"/>
                </a:lnTo>
                <a:lnTo>
                  <a:pt x="59755" y="447017"/>
                </a:lnTo>
                <a:lnTo>
                  <a:pt x="90378" y="479772"/>
                </a:lnTo>
                <a:lnTo>
                  <a:pt x="125839" y="506584"/>
                </a:lnTo>
                <a:lnTo>
                  <a:pt x="165420" y="526685"/>
                </a:lnTo>
                <a:lnTo>
                  <a:pt x="208405" y="539308"/>
                </a:lnTo>
                <a:lnTo>
                  <a:pt x="254076" y="543686"/>
                </a:lnTo>
                <a:lnTo>
                  <a:pt x="299754" y="539308"/>
                </a:lnTo>
                <a:lnTo>
                  <a:pt x="342740" y="526685"/>
                </a:lnTo>
                <a:lnTo>
                  <a:pt x="382317" y="506584"/>
                </a:lnTo>
                <a:lnTo>
                  <a:pt x="417768" y="479772"/>
                </a:lnTo>
                <a:lnTo>
                  <a:pt x="448379" y="447017"/>
                </a:lnTo>
                <a:lnTo>
                  <a:pt x="473434" y="409085"/>
                </a:lnTo>
                <a:lnTo>
                  <a:pt x="492216" y="366745"/>
                </a:lnTo>
                <a:lnTo>
                  <a:pt x="504011" y="320763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109597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1509" y="398818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19632" y="4110989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1509" y="265290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75585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1509" y="643039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5358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1509" y="5764529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87592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1509" y="708850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4203" y="7211694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1509" y="77561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1"/>
                </a:lnTo>
                <a:lnTo>
                  <a:pt x="125839" y="37102"/>
                </a:lnTo>
                <a:lnTo>
                  <a:pt x="90378" y="63914"/>
                </a:lnTo>
                <a:lnTo>
                  <a:pt x="59755" y="96669"/>
                </a:lnTo>
                <a:lnTo>
                  <a:pt x="34688" y="134601"/>
                </a:lnTo>
                <a:lnTo>
                  <a:pt x="15895" y="176941"/>
                </a:lnTo>
                <a:lnTo>
                  <a:pt x="4093" y="222923"/>
                </a:lnTo>
                <a:lnTo>
                  <a:pt x="0" y="271779"/>
                </a:lnTo>
                <a:lnTo>
                  <a:pt x="4093" y="320674"/>
                </a:lnTo>
                <a:lnTo>
                  <a:pt x="15895" y="366685"/>
                </a:lnTo>
                <a:lnTo>
                  <a:pt x="34688" y="409048"/>
                </a:lnTo>
                <a:lnTo>
                  <a:pt x="59755" y="446995"/>
                </a:lnTo>
                <a:lnTo>
                  <a:pt x="90378" y="479761"/>
                </a:lnTo>
                <a:lnTo>
                  <a:pt x="125839" y="506579"/>
                </a:lnTo>
                <a:lnTo>
                  <a:pt x="165420" y="526683"/>
                </a:lnTo>
                <a:lnTo>
                  <a:pt x="208405" y="539308"/>
                </a:lnTo>
                <a:lnTo>
                  <a:pt x="254076" y="543686"/>
                </a:lnTo>
                <a:lnTo>
                  <a:pt x="299754" y="539308"/>
                </a:lnTo>
                <a:lnTo>
                  <a:pt x="342740" y="526683"/>
                </a:lnTo>
                <a:lnTo>
                  <a:pt x="382317" y="506579"/>
                </a:lnTo>
                <a:lnTo>
                  <a:pt x="417768" y="479761"/>
                </a:lnTo>
                <a:lnTo>
                  <a:pt x="448379" y="446995"/>
                </a:lnTo>
                <a:lnTo>
                  <a:pt x="473434" y="409048"/>
                </a:lnTo>
                <a:lnTo>
                  <a:pt x="492216" y="366685"/>
                </a:lnTo>
                <a:lnTo>
                  <a:pt x="504011" y="320674"/>
                </a:lnTo>
                <a:lnTo>
                  <a:pt x="508101" y="271779"/>
                </a:lnTo>
                <a:lnTo>
                  <a:pt x="504011" y="222923"/>
                </a:lnTo>
                <a:lnTo>
                  <a:pt x="492216" y="176941"/>
                </a:lnTo>
                <a:lnTo>
                  <a:pt x="473434" y="134601"/>
                </a:lnTo>
                <a:lnTo>
                  <a:pt x="448379" y="96669"/>
                </a:lnTo>
                <a:lnTo>
                  <a:pt x="417768" y="63914"/>
                </a:lnTo>
                <a:lnTo>
                  <a:pt x="382317" y="37102"/>
                </a:lnTo>
                <a:lnTo>
                  <a:pt x="342740" y="17001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879460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35" dirty="0"/>
              <a:t> </a:t>
            </a:r>
            <a:r>
              <a:rPr dirty="0"/>
              <a:t>SYSTEM</a:t>
            </a:r>
            <a:r>
              <a:rPr spc="-30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22" name="object 22"/>
          <p:cNvSpPr/>
          <p:nvPr/>
        </p:nvSpPr>
        <p:spPr>
          <a:xfrm>
            <a:off x="2057400" y="1866900"/>
            <a:ext cx="4953000" cy="2971800"/>
          </a:xfrm>
          <a:custGeom>
            <a:avLst/>
            <a:gdLst/>
            <a:ahLst/>
            <a:cxnLst/>
            <a:rect l="l" t="t" r="r" b="b"/>
            <a:pathLst>
              <a:path w="4953000" h="2971800">
                <a:moveTo>
                  <a:pt x="0" y="495300"/>
                </a:moveTo>
                <a:lnTo>
                  <a:pt x="2267" y="447597"/>
                </a:lnTo>
                <a:lnTo>
                  <a:pt x="8930" y="401178"/>
                </a:lnTo>
                <a:lnTo>
                  <a:pt x="19782" y="356249"/>
                </a:lnTo>
                <a:lnTo>
                  <a:pt x="34615" y="313019"/>
                </a:lnTo>
                <a:lnTo>
                  <a:pt x="53222" y="271695"/>
                </a:lnTo>
                <a:lnTo>
                  <a:pt x="75394" y="232484"/>
                </a:lnTo>
                <a:lnTo>
                  <a:pt x="100925" y="195594"/>
                </a:lnTo>
                <a:lnTo>
                  <a:pt x="129607" y="161233"/>
                </a:lnTo>
                <a:lnTo>
                  <a:pt x="161233" y="129607"/>
                </a:lnTo>
                <a:lnTo>
                  <a:pt x="195594" y="100925"/>
                </a:lnTo>
                <a:lnTo>
                  <a:pt x="232484" y="75394"/>
                </a:lnTo>
                <a:lnTo>
                  <a:pt x="271695" y="53222"/>
                </a:lnTo>
                <a:lnTo>
                  <a:pt x="313019" y="34615"/>
                </a:lnTo>
                <a:lnTo>
                  <a:pt x="356249" y="19782"/>
                </a:lnTo>
                <a:lnTo>
                  <a:pt x="401178" y="8930"/>
                </a:lnTo>
                <a:lnTo>
                  <a:pt x="447597" y="2267"/>
                </a:lnTo>
                <a:lnTo>
                  <a:pt x="495300" y="0"/>
                </a:lnTo>
                <a:lnTo>
                  <a:pt x="4457700" y="0"/>
                </a:lnTo>
                <a:lnTo>
                  <a:pt x="4505402" y="2267"/>
                </a:lnTo>
                <a:lnTo>
                  <a:pt x="4551821" y="8930"/>
                </a:lnTo>
                <a:lnTo>
                  <a:pt x="4596750" y="19782"/>
                </a:lnTo>
                <a:lnTo>
                  <a:pt x="4639980" y="34615"/>
                </a:lnTo>
                <a:lnTo>
                  <a:pt x="4681304" y="53222"/>
                </a:lnTo>
                <a:lnTo>
                  <a:pt x="4720515" y="75394"/>
                </a:lnTo>
                <a:lnTo>
                  <a:pt x="4757405" y="100925"/>
                </a:lnTo>
                <a:lnTo>
                  <a:pt x="4791766" y="129607"/>
                </a:lnTo>
                <a:lnTo>
                  <a:pt x="4823392" y="161233"/>
                </a:lnTo>
                <a:lnTo>
                  <a:pt x="4852074" y="195594"/>
                </a:lnTo>
                <a:lnTo>
                  <a:pt x="4877605" y="232484"/>
                </a:lnTo>
                <a:lnTo>
                  <a:pt x="4899777" y="271695"/>
                </a:lnTo>
                <a:lnTo>
                  <a:pt x="4918384" y="313019"/>
                </a:lnTo>
                <a:lnTo>
                  <a:pt x="4933217" y="356249"/>
                </a:lnTo>
                <a:lnTo>
                  <a:pt x="4944069" y="401178"/>
                </a:lnTo>
                <a:lnTo>
                  <a:pt x="4950732" y="447597"/>
                </a:lnTo>
                <a:lnTo>
                  <a:pt x="4953000" y="495300"/>
                </a:lnTo>
                <a:lnTo>
                  <a:pt x="4953000" y="2476500"/>
                </a:lnTo>
                <a:lnTo>
                  <a:pt x="4950732" y="2524202"/>
                </a:lnTo>
                <a:lnTo>
                  <a:pt x="4944069" y="2570621"/>
                </a:lnTo>
                <a:lnTo>
                  <a:pt x="4933217" y="2615550"/>
                </a:lnTo>
                <a:lnTo>
                  <a:pt x="4918384" y="2658780"/>
                </a:lnTo>
                <a:lnTo>
                  <a:pt x="4899777" y="2700104"/>
                </a:lnTo>
                <a:lnTo>
                  <a:pt x="4877605" y="2739315"/>
                </a:lnTo>
                <a:lnTo>
                  <a:pt x="4852074" y="2776205"/>
                </a:lnTo>
                <a:lnTo>
                  <a:pt x="4823392" y="2810566"/>
                </a:lnTo>
                <a:lnTo>
                  <a:pt x="4791766" y="2842192"/>
                </a:lnTo>
                <a:lnTo>
                  <a:pt x="4757405" y="2870874"/>
                </a:lnTo>
                <a:lnTo>
                  <a:pt x="4720515" y="2896405"/>
                </a:lnTo>
                <a:lnTo>
                  <a:pt x="4681304" y="2918577"/>
                </a:lnTo>
                <a:lnTo>
                  <a:pt x="4639980" y="2937184"/>
                </a:lnTo>
                <a:lnTo>
                  <a:pt x="4596750" y="2952017"/>
                </a:lnTo>
                <a:lnTo>
                  <a:pt x="4551821" y="2962869"/>
                </a:lnTo>
                <a:lnTo>
                  <a:pt x="4505402" y="2969532"/>
                </a:lnTo>
                <a:lnTo>
                  <a:pt x="4457700" y="2971800"/>
                </a:lnTo>
                <a:lnTo>
                  <a:pt x="495300" y="2971800"/>
                </a:lnTo>
                <a:lnTo>
                  <a:pt x="447597" y="2969532"/>
                </a:lnTo>
                <a:lnTo>
                  <a:pt x="401178" y="2962869"/>
                </a:lnTo>
                <a:lnTo>
                  <a:pt x="356249" y="2952017"/>
                </a:lnTo>
                <a:lnTo>
                  <a:pt x="313019" y="2937184"/>
                </a:lnTo>
                <a:lnTo>
                  <a:pt x="271695" y="2918577"/>
                </a:lnTo>
                <a:lnTo>
                  <a:pt x="232484" y="2896405"/>
                </a:lnTo>
                <a:lnTo>
                  <a:pt x="195594" y="2870874"/>
                </a:lnTo>
                <a:lnTo>
                  <a:pt x="161233" y="2842192"/>
                </a:lnTo>
                <a:lnTo>
                  <a:pt x="129607" y="2810566"/>
                </a:lnTo>
                <a:lnTo>
                  <a:pt x="100925" y="2776205"/>
                </a:lnTo>
                <a:lnTo>
                  <a:pt x="75394" y="2739315"/>
                </a:lnTo>
                <a:lnTo>
                  <a:pt x="53222" y="2700104"/>
                </a:lnTo>
                <a:lnTo>
                  <a:pt x="34615" y="2658780"/>
                </a:lnTo>
                <a:lnTo>
                  <a:pt x="19782" y="2615550"/>
                </a:lnTo>
                <a:lnTo>
                  <a:pt x="8930" y="2570621"/>
                </a:lnTo>
                <a:lnTo>
                  <a:pt x="2267" y="2524202"/>
                </a:lnTo>
                <a:lnTo>
                  <a:pt x="0" y="2476500"/>
                </a:lnTo>
                <a:lnTo>
                  <a:pt x="0" y="495300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281554" y="2040381"/>
            <a:ext cx="4485005" cy="2598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Input: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(Students, Employers, Admin) interact with the system through web interfaces.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provide data like profile details, resumes, and job applications.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Employers input job details such as title, description, skills, salary, and location.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inputs are sent to the backend through HTTP requests (forms / APIs). </a:t>
            </a:r>
          </a:p>
        </p:txBody>
      </p:sp>
      <p:sp>
        <p:nvSpPr>
          <p:cNvPr id="24" name="object 24"/>
          <p:cNvSpPr/>
          <p:nvPr/>
        </p:nvSpPr>
        <p:spPr>
          <a:xfrm>
            <a:off x="7239000" y="1866899"/>
            <a:ext cx="3657600" cy="4385691"/>
          </a:xfrm>
          <a:custGeom>
            <a:avLst/>
            <a:gdLst/>
            <a:ahLst/>
            <a:cxnLst/>
            <a:rect l="l" t="t" r="r" b="b"/>
            <a:pathLst>
              <a:path w="3657600" h="4114800">
                <a:moveTo>
                  <a:pt x="0" y="609600"/>
                </a:moveTo>
                <a:lnTo>
                  <a:pt x="1834" y="561959"/>
                </a:lnTo>
                <a:lnTo>
                  <a:pt x="7245" y="515322"/>
                </a:lnTo>
                <a:lnTo>
                  <a:pt x="16099" y="469822"/>
                </a:lnTo>
                <a:lnTo>
                  <a:pt x="28260" y="425597"/>
                </a:lnTo>
                <a:lnTo>
                  <a:pt x="43592" y="382782"/>
                </a:lnTo>
                <a:lnTo>
                  <a:pt x="61959" y="341511"/>
                </a:lnTo>
                <a:lnTo>
                  <a:pt x="83227" y="301921"/>
                </a:lnTo>
                <a:lnTo>
                  <a:pt x="107259" y="264147"/>
                </a:lnTo>
                <a:lnTo>
                  <a:pt x="133920" y="228324"/>
                </a:lnTo>
                <a:lnTo>
                  <a:pt x="163075" y="194588"/>
                </a:lnTo>
                <a:lnTo>
                  <a:pt x="194588" y="163075"/>
                </a:lnTo>
                <a:lnTo>
                  <a:pt x="228324" y="133920"/>
                </a:lnTo>
                <a:lnTo>
                  <a:pt x="264147" y="107259"/>
                </a:lnTo>
                <a:lnTo>
                  <a:pt x="301921" y="83227"/>
                </a:lnTo>
                <a:lnTo>
                  <a:pt x="341511" y="61959"/>
                </a:lnTo>
                <a:lnTo>
                  <a:pt x="382782" y="43592"/>
                </a:lnTo>
                <a:lnTo>
                  <a:pt x="425597" y="28260"/>
                </a:lnTo>
                <a:lnTo>
                  <a:pt x="469822" y="16099"/>
                </a:lnTo>
                <a:lnTo>
                  <a:pt x="515322" y="7245"/>
                </a:lnTo>
                <a:lnTo>
                  <a:pt x="561959" y="1834"/>
                </a:lnTo>
                <a:lnTo>
                  <a:pt x="609600" y="0"/>
                </a:lnTo>
                <a:lnTo>
                  <a:pt x="3048000" y="0"/>
                </a:lnTo>
                <a:lnTo>
                  <a:pt x="3095640" y="1834"/>
                </a:lnTo>
                <a:lnTo>
                  <a:pt x="3142277" y="7245"/>
                </a:lnTo>
                <a:lnTo>
                  <a:pt x="3187777" y="16099"/>
                </a:lnTo>
                <a:lnTo>
                  <a:pt x="3232002" y="28260"/>
                </a:lnTo>
                <a:lnTo>
                  <a:pt x="3274817" y="43592"/>
                </a:lnTo>
                <a:lnTo>
                  <a:pt x="3316088" y="61959"/>
                </a:lnTo>
                <a:lnTo>
                  <a:pt x="3355678" y="83227"/>
                </a:lnTo>
                <a:lnTo>
                  <a:pt x="3393452" y="107259"/>
                </a:lnTo>
                <a:lnTo>
                  <a:pt x="3429275" y="133920"/>
                </a:lnTo>
                <a:lnTo>
                  <a:pt x="3463011" y="163075"/>
                </a:lnTo>
                <a:lnTo>
                  <a:pt x="3494524" y="194588"/>
                </a:lnTo>
                <a:lnTo>
                  <a:pt x="3523679" y="228324"/>
                </a:lnTo>
                <a:lnTo>
                  <a:pt x="3550340" y="264147"/>
                </a:lnTo>
                <a:lnTo>
                  <a:pt x="3574372" y="301921"/>
                </a:lnTo>
                <a:lnTo>
                  <a:pt x="3595640" y="341511"/>
                </a:lnTo>
                <a:lnTo>
                  <a:pt x="3614007" y="382782"/>
                </a:lnTo>
                <a:lnTo>
                  <a:pt x="3629339" y="425597"/>
                </a:lnTo>
                <a:lnTo>
                  <a:pt x="3641500" y="469822"/>
                </a:lnTo>
                <a:lnTo>
                  <a:pt x="3650354" y="515322"/>
                </a:lnTo>
                <a:lnTo>
                  <a:pt x="3655765" y="561959"/>
                </a:lnTo>
                <a:lnTo>
                  <a:pt x="3657600" y="609600"/>
                </a:lnTo>
                <a:lnTo>
                  <a:pt x="3657600" y="3505200"/>
                </a:lnTo>
                <a:lnTo>
                  <a:pt x="3655765" y="3552840"/>
                </a:lnTo>
                <a:lnTo>
                  <a:pt x="3650354" y="3599477"/>
                </a:lnTo>
                <a:lnTo>
                  <a:pt x="3641500" y="3644977"/>
                </a:lnTo>
                <a:lnTo>
                  <a:pt x="3629339" y="3689202"/>
                </a:lnTo>
                <a:lnTo>
                  <a:pt x="3614007" y="3732017"/>
                </a:lnTo>
                <a:lnTo>
                  <a:pt x="3595640" y="3773288"/>
                </a:lnTo>
                <a:lnTo>
                  <a:pt x="3574372" y="3812878"/>
                </a:lnTo>
                <a:lnTo>
                  <a:pt x="3550340" y="3850652"/>
                </a:lnTo>
                <a:lnTo>
                  <a:pt x="3523679" y="3886475"/>
                </a:lnTo>
                <a:lnTo>
                  <a:pt x="3494524" y="3920211"/>
                </a:lnTo>
                <a:lnTo>
                  <a:pt x="3463011" y="3951724"/>
                </a:lnTo>
                <a:lnTo>
                  <a:pt x="3429275" y="3980879"/>
                </a:lnTo>
                <a:lnTo>
                  <a:pt x="3393452" y="4007540"/>
                </a:lnTo>
                <a:lnTo>
                  <a:pt x="3355678" y="4031572"/>
                </a:lnTo>
                <a:lnTo>
                  <a:pt x="3316088" y="4052840"/>
                </a:lnTo>
                <a:lnTo>
                  <a:pt x="3274817" y="4071207"/>
                </a:lnTo>
                <a:lnTo>
                  <a:pt x="3232002" y="4086539"/>
                </a:lnTo>
                <a:lnTo>
                  <a:pt x="3187777" y="4098700"/>
                </a:lnTo>
                <a:lnTo>
                  <a:pt x="3142277" y="4107554"/>
                </a:lnTo>
                <a:lnTo>
                  <a:pt x="3095640" y="4112965"/>
                </a:lnTo>
                <a:lnTo>
                  <a:pt x="3048000" y="4114800"/>
                </a:lnTo>
                <a:lnTo>
                  <a:pt x="609600" y="4114800"/>
                </a:lnTo>
                <a:lnTo>
                  <a:pt x="561959" y="4112965"/>
                </a:lnTo>
                <a:lnTo>
                  <a:pt x="515322" y="4107554"/>
                </a:lnTo>
                <a:lnTo>
                  <a:pt x="469822" y="4098700"/>
                </a:lnTo>
                <a:lnTo>
                  <a:pt x="425597" y="4086539"/>
                </a:lnTo>
                <a:lnTo>
                  <a:pt x="382782" y="4071207"/>
                </a:lnTo>
                <a:lnTo>
                  <a:pt x="341511" y="4052840"/>
                </a:lnTo>
                <a:lnTo>
                  <a:pt x="301921" y="4031572"/>
                </a:lnTo>
                <a:lnTo>
                  <a:pt x="264147" y="4007540"/>
                </a:lnTo>
                <a:lnTo>
                  <a:pt x="228324" y="3980879"/>
                </a:lnTo>
                <a:lnTo>
                  <a:pt x="194588" y="3951724"/>
                </a:lnTo>
                <a:lnTo>
                  <a:pt x="163075" y="3920211"/>
                </a:lnTo>
                <a:lnTo>
                  <a:pt x="133920" y="3886475"/>
                </a:lnTo>
                <a:lnTo>
                  <a:pt x="107259" y="3850652"/>
                </a:lnTo>
                <a:lnTo>
                  <a:pt x="83227" y="3812878"/>
                </a:lnTo>
                <a:lnTo>
                  <a:pt x="61959" y="3773288"/>
                </a:lnTo>
                <a:lnTo>
                  <a:pt x="43592" y="3732017"/>
                </a:lnTo>
                <a:lnTo>
                  <a:pt x="28260" y="3689202"/>
                </a:lnTo>
                <a:lnTo>
                  <a:pt x="16099" y="3644977"/>
                </a:lnTo>
                <a:lnTo>
                  <a:pt x="7245" y="3599477"/>
                </a:lnTo>
                <a:lnTo>
                  <a:pt x="1834" y="3552840"/>
                </a:lnTo>
                <a:lnTo>
                  <a:pt x="0" y="3505200"/>
                </a:lnTo>
                <a:lnTo>
                  <a:pt x="0" y="609600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496936" y="1880361"/>
            <a:ext cx="3102610" cy="43216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8519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Processing: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processes requests using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Boot (MVC architecture)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Controllers handle incoming requests and route them to appropriate services.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 in service layer manages: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and authorization (Spring Security)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posting, updating, and deletion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application handling and status updates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and role-based access control are enforced. </a:t>
            </a:r>
          </a:p>
        </p:txBody>
      </p:sp>
      <p:sp>
        <p:nvSpPr>
          <p:cNvPr id="26" name="object 26"/>
          <p:cNvSpPr/>
          <p:nvPr/>
        </p:nvSpPr>
        <p:spPr>
          <a:xfrm>
            <a:off x="7239000" y="6430390"/>
            <a:ext cx="4035464" cy="3502332"/>
          </a:xfrm>
          <a:custGeom>
            <a:avLst/>
            <a:gdLst/>
            <a:ahLst/>
            <a:cxnLst/>
            <a:rect l="l" t="t" r="r" b="b"/>
            <a:pathLst>
              <a:path w="3657600" h="2904490">
                <a:moveTo>
                  <a:pt x="0" y="483997"/>
                </a:moveTo>
                <a:lnTo>
                  <a:pt x="2215" y="437380"/>
                </a:lnTo>
                <a:lnTo>
                  <a:pt x="8726" y="392017"/>
                </a:lnTo>
                <a:lnTo>
                  <a:pt x="19329" y="348113"/>
                </a:lnTo>
                <a:lnTo>
                  <a:pt x="33823" y="305868"/>
                </a:lnTo>
                <a:lnTo>
                  <a:pt x="52003" y="265486"/>
                </a:lnTo>
                <a:lnTo>
                  <a:pt x="73669" y="227170"/>
                </a:lnTo>
                <a:lnTo>
                  <a:pt x="98616" y="191122"/>
                </a:lnTo>
                <a:lnTo>
                  <a:pt x="126643" y="157546"/>
                </a:lnTo>
                <a:lnTo>
                  <a:pt x="157546" y="126643"/>
                </a:lnTo>
                <a:lnTo>
                  <a:pt x="191122" y="98616"/>
                </a:lnTo>
                <a:lnTo>
                  <a:pt x="227170" y="73669"/>
                </a:lnTo>
                <a:lnTo>
                  <a:pt x="265486" y="52003"/>
                </a:lnTo>
                <a:lnTo>
                  <a:pt x="305868" y="33823"/>
                </a:lnTo>
                <a:lnTo>
                  <a:pt x="348113" y="19329"/>
                </a:lnTo>
                <a:lnTo>
                  <a:pt x="392017" y="8726"/>
                </a:lnTo>
                <a:lnTo>
                  <a:pt x="437380" y="2215"/>
                </a:lnTo>
                <a:lnTo>
                  <a:pt x="483997" y="0"/>
                </a:lnTo>
                <a:lnTo>
                  <a:pt x="3173603" y="0"/>
                </a:lnTo>
                <a:lnTo>
                  <a:pt x="3220219" y="2215"/>
                </a:lnTo>
                <a:lnTo>
                  <a:pt x="3265582" y="8726"/>
                </a:lnTo>
                <a:lnTo>
                  <a:pt x="3309486" y="19329"/>
                </a:lnTo>
                <a:lnTo>
                  <a:pt x="3351731" y="33823"/>
                </a:lnTo>
                <a:lnTo>
                  <a:pt x="3392113" y="52003"/>
                </a:lnTo>
                <a:lnTo>
                  <a:pt x="3430429" y="73669"/>
                </a:lnTo>
                <a:lnTo>
                  <a:pt x="3466477" y="98616"/>
                </a:lnTo>
                <a:lnTo>
                  <a:pt x="3500053" y="126643"/>
                </a:lnTo>
                <a:lnTo>
                  <a:pt x="3530956" y="157546"/>
                </a:lnTo>
                <a:lnTo>
                  <a:pt x="3558983" y="191122"/>
                </a:lnTo>
                <a:lnTo>
                  <a:pt x="3583930" y="227170"/>
                </a:lnTo>
                <a:lnTo>
                  <a:pt x="3605596" y="265486"/>
                </a:lnTo>
                <a:lnTo>
                  <a:pt x="3623776" y="305868"/>
                </a:lnTo>
                <a:lnTo>
                  <a:pt x="3638270" y="348113"/>
                </a:lnTo>
                <a:lnTo>
                  <a:pt x="3648873" y="392017"/>
                </a:lnTo>
                <a:lnTo>
                  <a:pt x="3655384" y="437380"/>
                </a:lnTo>
                <a:lnTo>
                  <a:pt x="3657600" y="483997"/>
                </a:lnTo>
                <a:lnTo>
                  <a:pt x="3657600" y="2420112"/>
                </a:lnTo>
                <a:lnTo>
                  <a:pt x="3655384" y="2466721"/>
                </a:lnTo>
                <a:lnTo>
                  <a:pt x="3648873" y="2512077"/>
                </a:lnTo>
                <a:lnTo>
                  <a:pt x="3638270" y="2555977"/>
                </a:lnTo>
                <a:lnTo>
                  <a:pt x="3623776" y="2598219"/>
                </a:lnTo>
                <a:lnTo>
                  <a:pt x="3605596" y="2638599"/>
                </a:lnTo>
                <a:lnTo>
                  <a:pt x="3583930" y="2676915"/>
                </a:lnTo>
                <a:lnTo>
                  <a:pt x="3558983" y="2712964"/>
                </a:lnTo>
                <a:lnTo>
                  <a:pt x="3530956" y="2746542"/>
                </a:lnTo>
                <a:lnTo>
                  <a:pt x="3500053" y="2777447"/>
                </a:lnTo>
                <a:lnTo>
                  <a:pt x="3466477" y="2805477"/>
                </a:lnTo>
                <a:lnTo>
                  <a:pt x="3430429" y="2830427"/>
                </a:lnTo>
                <a:lnTo>
                  <a:pt x="3392113" y="2852095"/>
                </a:lnTo>
                <a:lnTo>
                  <a:pt x="3351731" y="2870279"/>
                </a:lnTo>
                <a:lnTo>
                  <a:pt x="3309486" y="2884775"/>
                </a:lnTo>
                <a:lnTo>
                  <a:pt x="3265582" y="2895381"/>
                </a:lnTo>
                <a:lnTo>
                  <a:pt x="3220219" y="2901893"/>
                </a:lnTo>
                <a:lnTo>
                  <a:pt x="3173603" y="2904109"/>
                </a:lnTo>
                <a:lnTo>
                  <a:pt x="483997" y="2904109"/>
                </a:lnTo>
                <a:lnTo>
                  <a:pt x="437380" y="2901893"/>
                </a:lnTo>
                <a:lnTo>
                  <a:pt x="392017" y="2895381"/>
                </a:lnTo>
                <a:lnTo>
                  <a:pt x="348113" y="2884775"/>
                </a:lnTo>
                <a:lnTo>
                  <a:pt x="305868" y="2870279"/>
                </a:lnTo>
                <a:lnTo>
                  <a:pt x="265486" y="2852095"/>
                </a:lnTo>
                <a:lnTo>
                  <a:pt x="227170" y="2830427"/>
                </a:lnTo>
                <a:lnTo>
                  <a:pt x="191122" y="2805477"/>
                </a:lnTo>
                <a:lnTo>
                  <a:pt x="157546" y="2777447"/>
                </a:lnTo>
                <a:lnTo>
                  <a:pt x="126643" y="2746542"/>
                </a:lnTo>
                <a:lnTo>
                  <a:pt x="98616" y="2712964"/>
                </a:lnTo>
                <a:lnTo>
                  <a:pt x="73669" y="2676915"/>
                </a:lnTo>
                <a:lnTo>
                  <a:pt x="52003" y="2638599"/>
                </a:lnTo>
                <a:lnTo>
                  <a:pt x="33823" y="2598219"/>
                </a:lnTo>
                <a:lnTo>
                  <a:pt x="19329" y="2555977"/>
                </a:lnTo>
                <a:lnTo>
                  <a:pt x="8726" y="2512077"/>
                </a:lnTo>
                <a:lnTo>
                  <a:pt x="2215" y="2466721"/>
                </a:lnTo>
                <a:lnTo>
                  <a:pt x="0" y="2420112"/>
                </a:lnTo>
                <a:lnTo>
                  <a:pt x="0" y="483997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460106" y="6570726"/>
            <a:ext cx="3193415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409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Database:</a:t>
            </a:r>
            <a:endParaRPr sz="2400" dirty="0">
              <a:latin typeface="Calibri"/>
              <a:cs typeface="Calibri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tables include: </a:t>
            </a:r>
          </a:p>
          <a:p>
            <a:pPr marL="2857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(student, employer, admin details) </a:t>
            </a:r>
          </a:p>
          <a:p>
            <a:pPr marL="2857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(job postings) </a:t>
            </a:r>
          </a:p>
          <a:p>
            <a:pPr marL="2857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(job applications and status)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using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Data JPA (Hibernate ORM)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storage, relationships, and data consistency. </a:t>
            </a:r>
          </a:p>
        </p:txBody>
      </p:sp>
      <p:sp>
        <p:nvSpPr>
          <p:cNvPr id="28" name="object 28"/>
          <p:cNvSpPr/>
          <p:nvPr/>
        </p:nvSpPr>
        <p:spPr>
          <a:xfrm>
            <a:off x="2057400" y="5295900"/>
            <a:ext cx="4892040" cy="3962400"/>
          </a:xfrm>
          <a:custGeom>
            <a:avLst/>
            <a:gdLst/>
            <a:ahLst/>
            <a:cxnLst/>
            <a:rect l="l" t="t" r="r" b="b"/>
            <a:pathLst>
              <a:path w="4892040" h="3962400">
                <a:moveTo>
                  <a:pt x="0" y="660400"/>
                </a:moveTo>
                <a:lnTo>
                  <a:pt x="1658" y="613235"/>
                </a:lnTo>
                <a:lnTo>
                  <a:pt x="6557" y="566965"/>
                </a:lnTo>
                <a:lnTo>
                  <a:pt x="14587" y="521703"/>
                </a:lnTo>
                <a:lnTo>
                  <a:pt x="25635" y="477559"/>
                </a:lnTo>
                <a:lnTo>
                  <a:pt x="39589" y="434646"/>
                </a:lnTo>
                <a:lnTo>
                  <a:pt x="56338" y="393075"/>
                </a:lnTo>
                <a:lnTo>
                  <a:pt x="75770" y="352958"/>
                </a:lnTo>
                <a:lnTo>
                  <a:pt x="97773" y="314407"/>
                </a:lnTo>
                <a:lnTo>
                  <a:pt x="122236" y="277533"/>
                </a:lnTo>
                <a:lnTo>
                  <a:pt x="149047" y="242448"/>
                </a:lnTo>
                <a:lnTo>
                  <a:pt x="178094" y="209265"/>
                </a:lnTo>
                <a:lnTo>
                  <a:pt x="209265" y="178094"/>
                </a:lnTo>
                <a:lnTo>
                  <a:pt x="242448" y="149047"/>
                </a:lnTo>
                <a:lnTo>
                  <a:pt x="277533" y="122236"/>
                </a:lnTo>
                <a:lnTo>
                  <a:pt x="314407" y="97773"/>
                </a:lnTo>
                <a:lnTo>
                  <a:pt x="352958" y="75770"/>
                </a:lnTo>
                <a:lnTo>
                  <a:pt x="393075" y="56338"/>
                </a:lnTo>
                <a:lnTo>
                  <a:pt x="434646" y="39589"/>
                </a:lnTo>
                <a:lnTo>
                  <a:pt x="477559" y="25635"/>
                </a:lnTo>
                <a:lnTo>
                  <a:pt x="521703" y="14587"/>
                </a:lnTo>
                <a:lnTo>
                  <a:pt x="566965" y="6557"/>
                </a:lnTo>
                <a:lnTo>
                  <a:pt x="613235" y="1658"/>
                </a:lnTo>
                <a:lnTo>
                  <a:pt x="660400" y="0"/>
                </a:lnTo>
                <a:lnTo>
                  <a:pt x="4231386" y="0"/>
                </a:lnTo>
                <a:lnTo>
                  <a:pt x="4278550" y="1658"/>
                </a:lnTo>
                <a:lnTo>
                  <a:pt x="4324820" y="6557"/>
                </a:lnTo>
                <a:lnTo>
                  <a:pt x="4370082" y="14587"/>
                </a:lnTo>
                <a:lnTo>
                  <a:pt x="4414226" y="25635"/>
                </a:lnTo>
                <a:lnTo>
                  <a:pt x="4457139" y="39589"/>
                </a:lnTo>
                <a:lnTo>
                  <a:pt x="4498710" y="56338"/>
                </a:lnTo>
                <a:lnTo>
                  <a:pt x="4538827" y="75770"/>
                </a:lnTo>
                <a:lnTo>
                  <a:pt x="4577378" y="97773"/>
                </a:lnTo>
                <a:lnTo>
                  <a:pt x="4614252" y="122236"/>
                </a:lnTo>
                <a:lnTo>
                  <a:pt x="4649337" y="149047"/>
                </a:lnTo>
                <a:lnTo>
                  <a:pt x="4682520" y="178094"/>
                </a:lnTo>
                <a:lnTo>
                  <a:pt x="4713691" y="209265"/>
                </a:lnTo>
                <a:lnTo>
                  <a:pt x="4742738" y="242448"/>
                </a:lnTo>
                <a:lnTo>
                  <a:pt x="4769549" y="277533"/>
                </a:lnTo>
                <a:lnTo>
                  <a:pt x="4794012" y="314407"/>
                </a:lnTo>
                <a:lnTo>
                  <a:pt x="4816015" y="352958"/>
                </a:lnTo>
                <a:lnTo>
                  <a:pt x="4835447" y="393075"/>
                </a:lnTo>
                <a:lnTo>
                  <a:pt x="4852196" y="434646"/>
                </a:lnTo>
                <a:lnTo>
                  <a:pt x="4866150" y="477559"/>
                </a:lnTo>
                <a:lnTo>
                  <a:pt x="4877198" y="521703"/>
                </a:lnTo>
                <a:lnTo>
                  <a:pt x="4885228" y="566965"/>
                </a:lnTo>
                <a:lnTo>
                  <a:pt x="4890127" y="613235"/>
                </a:lnTo>
                <a:lnTo>
                  <a:pt x="4891785" y="660400"/>
                </a:lnTo>
                <a:lnTo>
                  <a:pt x="4891785" y="3302000"/>
                </a:lnTo>
                <a:lnTo>
                  <a:pt x="4890127" y="3349164"/>
                </a:lnTo>
                <a:lnTo>
                  <a:pt x="4885228" y="3395434"/>
                </a:lnTo>
                <a:lnTo>
                  <a:pt x="4877198" y="3440696"/>
                </a:lnTo>
                <a:lnTo>
                  <a:pt x="4866150" y="3484840"/>
                </a:lnTo>
                <a:lnTo>
                  <a:pt x="4852196" y="3527753"/>
                </a:lnTo>
                <a:lnTo>
                  <a:pt x="4835447" y="3569324"/>
                </a:lnTo>
                <a:lnTo>
                  <a:pt x="4816015" y="3609441"/>
                </a:lnTo>
                <a:lnTo>
                  <a:pt x="4794012" y="3647992"/>
                </a:lnTo>
                <a:lnTo>
                  <a:pt x="4769549" y="3684866"/>
                </a:lnTo>
                <a:lnTo>
                  <a:pt x="4742738" y="3719951"/>
                </a:lnTo>
                <a:lnTo>
                  <a:pt x="4713691" y="3753134"/>
                </a:lnTo>
                <a:lnTo>
                  <a:pt x="4682520" y="3784305"/>
                </a:lnTo>
                <a:lnTo>
                  <a:pt x="4649337" y="3813352"/>
                </a:lnTo>
                <a:lnTo>
                  <a:pt x="4614252" y="3840163"/>
                </a:lnTo>
                <a:lnTo>
                  <a:pt x="4577378" y="3864626"/>
                </a:lnTo>
                <a:lnTo>
                  <a:pt x="4538827" y="3886629"/>
                </a:lnTo>
                <a:lnTo>
                  <a:pt x="4498710" y="3906061"/>
                </a:lnTo>
                <a:lnTo>
                  <a:pt x="4457139" y="3922810"/>
                </a:lnTo>
                <a:lnTo>
                  <a:pt x="4414226" y="3936764"/>
                </a:lnTo>
                <a:lnTo>
                  <a:pt x="4370082" y="3947812"/>
                </a:lnTo>
                <a:lnTo>
                  <a:pt x="4324820" y="3955842"/>
                </a:lnTo>
                <a:lnTo>
                  <a:pt x="4278550" y="3960741"/>
                </a:lnTo>
                <a:lnTo>
                  <a:pt x="4231386" y="3962400"/>
                </a:lnTo>
                <a:lnTo>
                  <a:pt x="660400" y="3962400"/>
                </a:lnTo>
                <a:lnTo>
                  <a:pt x="613235" y="3960741"/>
                </a:lnTo>
                <a:lnTo>
                  <a:pt x="566965" y="3955842"/>
                </a:lnTo>
                <a:lnTo>
                  <a:pt x="521703" y="3947812"/>
                </a:lnTo>
                <a:lnTo>
                  <a:pt x="477559" y="3936764"/>
                </a:lnTo>
                <a:lnTo>
                  <a:pt x="434646" y="3922810"/>
                </a:lnTo>
                <a:lnTo>
                  <a:pt x="393075" y="3906061"/>
                </a:lnTo>
                <a:lnTo>
                  <a:pt x="352958" y="3886629"/>
                </a:lnTo>
                <a:lnTo>
                  <a:pt x="314407" y="3864626"/>
                </a:lnTo>
                <a:lnTo>
                  <a:pt x="277533" y="3840163"/>
                </a:lnTo>
                <a:lnTo>
                  <a:pt x="242448" y="3813352"/>
                </a:lnTo>
                <a:lnTo>
                  <a:pt x="209265" y="3784305"/>
                </a:lnTo>
                <a:lnTo>
                  <a:pt x="178094" y="3753134"/>
                </a:lnTo>
                <a:lnTo>
                  <a:pt x="149047" y="3719951"/>
                </a:lnTo>
                <a:lnTo>
                  <a:pt x="122236" y="3684866"/>
                </a:lnTo>
                <a:lnTo>
                  <a:pt x="97773" y="3647992"/>
                </a:lnTo>
                <a:lnTo>
                  <a:pt x="75770" y="3609441"/>
                </a:lnTo>
                <a:lnTo>
                  <a:pt x="56338" y="3569324"/>
                </a:lnTo>
                <a:lnTo>
                  <a:pt x="39589" y="3527753"/>
                </a:lnTo>
                <a:lnTo>
                  <a:pt x="25635" y="3484840"/>
                </a:lnTo>
                <a:lnTo>
                  <a:pt x="14587" y="3440696"/>
                </a:lnTo>
                <a:lnTo>
                  <a:pt x="6557" y="3395434"/>
                </a:lnTo>
                <a:lnTo>
                  <a:pt x="1658" y="3349164"/>
                </a:lnTo>
                <a:lnTo>
                  <a:pt x="0" y="3302000"/>
                </a:lnTo>
                <a:lnTo>
                  <a:pt x="0" y="660400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329688" y="5782436"/>
            <a:ext cx="4111625" cy="34291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8305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Output:</a:t>
            </a:r>
            <a:endParaRPr sz="2400" dirty="0">
              <a:latin typeface="Calibri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web pages are generated using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templates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get real-time feedback such as: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listings and search results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status (Applied, Shortlisted, Rejected)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Dashboards based on roles (Student / Employer / Admin)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 and updates are reflected instantly on the UI.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636C53B-3B06-DACE-16F2-6F5C42A34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5424" y="1439794"/>
            <a:ext cx="6651417" cy="74375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531863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5565775"/>
            <a:ext cx="2476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3464" y="6548755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4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16520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95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sp>
        <p:nvSpPr>
          <p:cNvPr id="22" name="object 22"/>
          <p:cNvSpPr/>
          <p:nvPr/>
        </p:nvSpPr>
        <p:spPr>
          <a:xfrm>
            <a:off x="10744200" y="1638300"/>
            <a:ext cx="7086600" cy="7543800"/>
          </a:xfrm>
          <a:custGeom>
            <a:avLst/>
            <a:gdLst/>
            <a:ahLst/>
            <a:cxnLst/>
            <a:rect l="l" t="t" r="r" b="b"/>
            <a:pathLst>
              <a:path w="7086600" h="7543800">
                <a:moveTo>
                  <a:pt x="0" y="1181100"/>
                </a:moveTo>
                <a:lnTo>
                  <a:pt x="985" y="1132417"/>
                </a:lnTo>
                <a:lnTo>
                  <a:pt x="3915" y="1084235"/>
                </a:lnTo>
                <a:lnTo>
                  <a:pt x="8752" y="1036592"/>
                </a:lnTo>
                <a:lnTo>
                  <a:pt x="15459" y="989527"/>
                </a:lnTo>
                <a:lnTo>
                  <a:pt x="23997" y="943076"/>
                </a:lnTo>
                <a:lnTo>
                  <a:pt x="34327" y="897278"/>
                </a:lnTo>
                <a:lnTo>
                  <a:pt x="46413" y="852171"/>
                </a:lnTo>
                <a:lnTo>
                  <a:pt x="60216" y="807793"/>
                </a:lnTo>
                <a:lnTo>
                  <a:pt x="75698" y="764182"/>
                </a:lnTo>
                <a:lnTo>
                  <a:pt x="92821" y="721375"/>
                </a:lnTo>
                <a:lnTo>
                  <a:pt x="111547" y="679412"/>
                </a:lnTo>
                <a:lnTo>
                  <a:pt x="131838" y="638330"/>
                </a:lnTo>
                <a:lnTo>
                  <a:pt x="153656" y="598167"/>
                </a:lnTo>
                <a:lnTo>
                  <a:pt x="176963" y="558960"/>
                </a:lnTo>
                <a:lnTo>
                  <a:pt x="201721" y="520749"/>
                </a:lnTo>
                <a:lnTo>
                  <a:pt x="227892" y="483571"/>
                </a:lnTo>
                <a:lnTo>
                  <a:pt x="255439" y="447463"/>
                </a:lnTo>
                <a:lnTo>
                  <a:pt x="284322" y="412465"/>
                </a:lnTo>
                <a:lnTo>
                  <a:pt x="314504" y="378614"/>
                </a:lnTo>
                <a:lnTo>
                  <a:pt x="345948" y="345948"/>
                </a:lnTo>
                <a:lnTo>
                  <a:pt x="378614" y="314504"/>
                </a:lnTo>
                <a:lnTo>
                  <a:pt x="412465" y="284322"/>
                </a:lnTo>
                <a:lnTo>
                  <a:pt x="447463" y="255439"/>
                </a:lnTo>
                <a:lnTo>
                  <a:pt x="483571" y="227892"/>
                </a:lnTo>
                <a:lnTo>
                  <a:pt x="520749" y="201721"/>
                </a:lnTo>
                <a:lnTo>
                  <a:pt x="558960" y="176963"/>
                </a:lnTo>
                <a:lnTo>
                  <a:pt x="598167" y="153656"/>
                </a:lnTo>
                <a:lnTo>
                  <a:pt x="638330" y="131838"/>
                </a:lnTo>
                <a:lnTo>
                  <a:pt x="679412" y="111547"/>
                </a:lnTo>
                <a:lnTo>
                  <a:pt x="721375" y="92821"/>
                </a:lnTo>
                <a:lnTo>
                  <a:pt x="764182" y="75698"/>
                </a:lnTo>
                <a:lnTo>
                  <a:pt x="807793" y="60216"/>
                </a:lnTo>
                <a:lnTo>
                  <a:pt x="852171" y="46413"/>
                </a:lnTo>
                <a:lnTo>
                  <a:pt x="897278" y="34327"/>
                </a:lnTo>
                <a:lnTo>
                  <a:pt x="943076" y="23997"/>
                </a:lnTo>
                <a:lnTo>
                  <a:pt x="989527" y="15459"/>
                </a:lnTo>
                <a:lnTo>
                  <a:pt x="1036592" y="8752"/>
                </a:lnTo>
                <a:lnTo>
                  <a:pt x="1084235" y="3915"/>
                </a:lnTo>
                <a:lnTo>
                  <a:pt x="1132417" y="985"/>
                </a:lnTo>
                <a:lnTo>
                  <a:pt x="1181100" y="0"/>
                </a:lnTo>
                <a:lnTo>
                  <a:pt x="5905500" y="0"/>
                </a:lnTo>
                <a:lnTo>
                  <a:pt x="5954182" y="985"/>
                </a:lnTo>
                <a:lnTo>
                  <a:pt x="6002364" y="3915"/>
                </a:lnTo>
                <a:lnTo>
                  <a:pt x="6050007" y="8752"/>
                </a:lnTo>
                <a:lnTo>
                  <a:pt x="6097072" y="15459"/>
                </a:lnTo>
                <a:lnTo>
                  <a:pt x="6143523" y="23997"/>
                </a:lnTo>
                <a:lnTo>
                  <a:pt x="6189321" y="34327"/>
                </a:lnTo>
                <a:lnTo>
                  <a:pt x="6234428" y="46413"/>
                </a:lnTo>
                <a:lnTo>
                  <a:pt x="6278806" y="60216"/>
                </a:lnTo>
                <a:lnTo>
                  <a:pt x="6322417" y="75698"/>
                </a:lnTo>
                <a:lnTo>
                  <a:pt x="6365224" y="92821"/>
                </a:lnTo>
                <a:lnTo>
                  <a:pt x="6407187" y="111547"/>
                </a:lnTo>
                <a:lnTo>
                  <a:pt x="6448269" y="131838"/>
                </a:lnTo>
                <a:lnTo>
                  <a:pt x="6488432" y="153656"/>
                </a:lnTo>
                <a:lnTo>
                  <a:pt x="6527639" y="176963"/>
                </a:lnTo>
                <a:lnTo>
                  <a:pt x="6565850" y="201721"/>
                </a:lnTo>
                <a:lnTo>
                  <a:pt x="6603028" y="227892"/>
                </a:lnTo>
                <a:lnTo>
                  <a:pt x="6639136" y="255439"/>
                </a:lnTo>
                <a:lnTo>
                  <a:pt x="6674134" y="284322"/>
                </a:lnTo>
                <a:lnTo>
                  <a:pt x="6707985" y="314504"/>
                </a:lnTo>
                <a:lnTo>
                  <a:pt x="6740651" y="345948"/>
                </a:lnTo>
                <a:lnTo>
                  <a:pt x="6772095" y="378614"/>
                </a:lnTo>
                <a:lnTo>
                  <a:pt x="6802277" y="412465"/>
                </a:lnTo>
                <a:lnTo>
                  <a:pt x="6831160" y="447463"/>
                </a:lnTo>
                <a:lnTo>
                  <a:pt x="6858707" y="483571"/>
                </a:lnTo>
                <a:lnTo>
                  <a:pt x="6884878" y="520749"/>
                </a:lnTo>
                <a:lnTo>
                  <a:pt x="6909636" y="558960"/>
                </a:lnTo>
                <a:lnTo>
                  <a:pt x="6932943" y="598167"/>
                </a:lnTo>
                <a:lnTo>
                  <a:pt x="6954761" y="638330"/>
                </a:lnTo>
                <a:lnTo>
                  <a:pt x="6975052" y="679412"/>
                </a:lnTo>
                <a:lnTo>
                  <a:pt x="6993778" y="721375"/>
                </a:lnTo>
                <a:lnTo>
                  <a:pt x="7010901" y="764182"/>
                </a:lnTo>
                <a:lnTo>
                  <a:pt x="7026383" y="807793"/>
                </a:lnTo>
                <a:lnTo>
                  <a:pt x="7040186" y="852171"/>
                </a:lnTo>
                <a:lnTo>
                  <a:pt x="7052272" y="897278"/>
                </a:lnTo>
                <a:lnTo>
                  <a:pt x="7062602" y="943076"/>
                </a:lnTo>
                <a:lnTo>
                  <a:pt x="7071140" y="989527"/>
                </a:lnTo>
                <a:lnTo>
                  <a:pt x="7077847" y="1036592"/>
                </a:lnTo>
                <a:lnTo>
                  <a:pt x="7082684" y="1084235"/>
                </a:lnTo>
                <a:lnTo>
                  <a:pt x="7085614" y="1132417"/>
                </a:lnTo>
                <a:lnTo>
                  <a:pt x="7086600" y="1181100"/>
                </a:lnTo>
                <a:lnTo>
                  <a:pt x="7086600" y="6362700"/>
                </a:lnTo>
                <a:lnTo>
                  <a:pt x="7085614" y="6411382"/>
                </a:lnTo>
                <a:lnTo>
                  <a:pt x="7082684" y="6459564"/>
                </a:lnTo>
                <a:lnTo>
                  <a:pt x="7077847" y="6507207"/>
                </a:lnTo>
                <a:lnTo>
                  <a:pt x="7071140" y="6554272"/>
                </a:lnTo>
                <a:lnTo>
                  <a:pt x="7062602" y="6600723"/>
                </a:lnTo>
                <a:lnTo>
                  <a:pt x="7052272" y="6646521"/>
                </a:lnTo>
                <a:lnTo>
                  <a:pt x="7040186" y="6691628"/>
                </a:lnTo>
                <a:lnTo>
                  <a:pt x="7026383" y="6736006"/>
                </a:lnTo>
                <a:lnTo>
                  <a:pt x="7010901" y="6779617"/>
                </a:lnTo>
                <a:lnTo>
                  <a:pt x="6993778" y="6822424"/>
                </a:lnTo>
                <a:lnTo>
                  <a:pt x="6975052" y="6864387"/>
                </a:lnTo>
                <a:lnTo>
                  <a:pt x="6954761" y="6905469"/>
                </a:lnTo>
                <a:lnTo>
                  <a:pt x="6932943" y="6945632"/>
                </a:lnTo>
                <a:lnTo>
                  <a:pt x="6909636" y="6984839"/>
                </a:lnTo>
                <a:lnTo>
                  <a:pt x="6884878" y="7023050"/>
                </a:lnTo>
                <a:lnTo>
                  <a:pt x="6858707" y="7060228"/>
                </a:lnTo>
                <a:lnTo>
                  <a:pt x="6831160" y="7096336"/>
                </a:lnTo>
                <a:lnTo>
                  <a:pt x="6802277" y="7131334"/>
                </a:lnTo>
                <a:lnTo>
                  <a:pt x="6772095" y="7165185"/>
                </a:lnTo>
                <a:lnTo>
                  <a:pt x="6740652" y="7197852"/>
                </a:lnTo>
                <a:lnTo>
                  <a:pt x="6707985" y="7229295"/>
                </a:lnTo>
                <a:lnTo>
                  <a:pt x="6674134" y="7259477"/>
                </a:lnTo>
                <a:lnTo>
                  <a:pt x="6639136" y="7288360"/>
                </a:lnTo>
                <a:lnTo>
                  <a:pt x="6603028" y="7315907"/>
                </a:lnTo>
                <a:lnTo>
                  <a:pt x="6565850" y="7342078"/>
                </a:lnTo>
                <a:lnTo>
                  <a:pt x="6527639" y="7366836"/>
                </a:lnTo>
                <a:lnTo>
                  <a:pt x="6488432" y="7390143"/>
                </a:lnTo>
                <a:lnTo>
                  <a:pt x="6448269" y="7411961"/>
                </a:lnTo>
                <a:lnTo>
                  <a:pt x="6407187" y="7432252"/>
                </a:lnTo>
                <a:lnTo>
                  <a:pt x="6365224" y="7450978"/>
                </a:lnTo>
                <a:lnTo>
                  <a:pt x="6322417" y="7468101"/>
                </a:lnTo>
                <a:lnTo>
                  <a:pt x="6278806" y="7483583"/>
                </a:lnTo>
                <a:lnTo>
                  <a:pt x="6234428" y="7497386"/>
                </a:lnTo>
                <a:lnTo>
                  <a:pt x="6189321" y="7509472"/>
                </a:lnTo>
                <a:lnTo>
                  <a:pt x="6143523" y="7519802"/>
                </a:lnTo>
                <a:lnTo>
                  <a:pt x="6097072" y="7528340"/>
                </a:lnTo>
                <a:lnTo>
                  <a:pt x="6050007" y="7535047"/>
                </a:lnTo>
                <a:lnTo>
                  <a:pt x="6002364" y="7539884"/>
                </a:lnTo>
                <a:lnTo>
                  <a:pt x="5954182" y="7542814"/>
                </a:lnTo>
                <a:lnTo>
                  <a:pt x="5905500" y="7543800"/>
                </a:lnTo>
                <a:lnTo>
                  <a:pt x="1181100" y="7543800"/>
                </a:lnTo>
                <a:lnTo>
                  <a:pt x="1132417" y="7542814"/>
                </a:lnTo>
                <a:lnTo>
                  <a:pt x="1084235" y="7539884"/>
                </a:lnTo>
                <a:lnTo>
                  <a:pt x="1036592" y="7535047"/>
                </a:lnTo>
                <a:lnTo>
                  <a:pt x="989527" y="7528340"/>
                </a:lnTo>
                <a:lnTo>
                  <a:pt x="943076" y="7519802"/>
                </a:lnTo>
                <a:lnTo>
                  <a:pt x="897278" y="7509472"/>
                </a:lnTo>
                <a:lnTo>
                  <a:pt x="852171" y="7497386"/>
                </a:lnTo>
                <a:lnTo>
                  <a:pt x="807793" y="7483583"/>
                </a:lnTo>
                <a:lnTo>
                  <a:pt x="764182" y="7468101"/>
                </a:lnTo>
                <a:lnTo>
                  <a:pt x="721375" y="7450978"/>
                </a:lnTo>
                <a:lnTo>
                  <a:pt x="679412" y="7432252"/>
                </a:lnTo>
                <a:lnTo>
                  <a:pt x="638330" y="7411961"/>
                </a:lnTo>
                <a:lnTo>
                  <a:pt x="598167" y="7390143"/>
                </a:lnTo>
                <a:lnTo>
                  <a:pt x="558960" y="7366836"/>
                </a:lnTo>
                <a:lnTo>
                  <a:pt x="520749" y="7342078"/>
                </a:lnTo>
                <a:lnTo>
                  <a:pt x="483571" y="7315907"/>
                </a:lnTo>
                <a:lnTo>
                  <a:pt x="447463" y="7288360"/>
                </a:lnTo>
                <a:lnTo>
                  <a:pt x="412465" y="7259477"/>
                </a:lnTo>
                <a:lnTo>
                  <a:pt x="378614" y="7229295"/>
                </a:lnTo>
                <a:lnTo>
                  <a:pt x="345948" y="7197852"/>
                </a:lnTo>
                <a:lnTo>
                  <a:pt x="314504" y="7165185"/>
                </a:lnTo>
                <a:lnTo>
                  <a:pt x="284322" y="7131334"/>
                </a:lnTo>
                <a:lnTo>
                  <a:pt x="255439" y="7096336"/>
                </a:lnTo>
                <a:lnTo>
                  <a:pt x="227892" y="7060228"/>
                </a:lnTo>
                <a:lnTo>
                  <a:pt x="201721" y="7023050"/>
                </a:lnTo>
                <a:lnTo>
                  <a:pt x="176963" y="6984839"/>
                </a:lnTo>
                <a:lnTo>
                  <a:pt x="153656" y="6945632"/>
                </a:lnTo>
                <a:lnTo>
                  <a:pt x="131838" y="6905469"/>
                </a:lnTo>
                <a:lnTo>
                  <a:pt x="111547" y="6864387"/>
                </a:lnTo>
                <a:lnTo>
                  <a:pt x="92821" y="6822424"/>
                </a:lnTo>
                <a:lnTo>
                  <a:pt x="75698" y="6779617"/>
                </a:lnTo>
                <a:lnTo>
                  <a:pt x="60216" y="6736006"/>
                </a:lnTo>
                <a:lnTo>
                  <a:pt x="46413" y="6691628"/>
                </a:lnTo>
                <a:lnTo>
                  <a:pt x="34327" y="6646521"/>
                </a:lnTo>
                <a:lnTo>
                  <a:pt x="23997" y="6600723"/>
                </a:lnTo>
                <a:lnTo>
                  <a:pt x="15459" y="6554272"/>
                </a:lnTo>
                <a:lnTo>
                  <a:pt x="8752" y="6507207"/>
                </a:lnTo>
                <a:lnTo>
                  <a:pt x="3915" y="6459564"/>
                </a:lnTo>
                <a:lnTo>
                  <a:pt x="985" y="6411382"/>
                </a:lnTo>
                <a:lnTo>
                  <a:pt x="0" y="6362700"/>
                </a:lnTo>
                <a:lnTo>
                  <a:pt x="0" y="1181100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1542141" y="1784026"/>
            <a:ext cx="5091430" cy="73225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(Student / Employer / Admin) accesses the system through the web interface (browser).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registers or logs in using credentials, which are authenticated using Spring Security.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verifies user role (STUDENT / EMPLOYER / ADMIN) and redirects to the respective dashboard.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browse available jobs and view job details.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apply for jobs by submitting applications and uploading resumes.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post new jobs, update existing jobs, or delete job listings.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view applicants and update application status (SHORTLISTED / REJECTED).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all requests in the backend using Spring Boot (Controllers → Services → Repositories).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data (users, jobs, applications) is stored and managed in the MySQL database.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dashboard dynamically displays job listings, application status, and statistics.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 monitors system activity, manages users, jobs, and applications.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ED54D6B-7105-3E8B-6A73-9E7730A7B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183" y="1489075"/>
            <a:ext cx="6858000" cy="815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597687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2"/>
                </a:lnTo>
                <a:lnTo>
                  <a:pt x="401942" y="8950"/>
                </a:lnTo>
                <a:lnTo>
                  <a:pt x="356929" y="19827"/>
                </a:lnTo>
                <a:lnTo>
                  <a:pt x="313618" y="34693"/>
                </a:lnTo>
                <a:lnTo>
                  <a:pt x="272216" y="53341"/>
                </a:lnTo>
                <a:lnTo>
                  <a:pt x="232930" y="75562"/>
                </a:lnTo>
                <a:lnTo>
                  <a:pt x="195970" y="101148"/>
                </a:lnTo>
                <a:lnTo>
                  <a:pt x="161543" y="129892"/>
                </a:lnTo>
                <a:lnTo>
                  <a:pt x="129857" y="161585"/>
                </a:lnTo>
                <a:lnTo>
                  <a:pt x="101120" y="196018"/>
                </a:lnTo>
                <a:lnTo>
                  <a:pt x="75540" y="232985"/>
                </a:lnTo>
                <a:lnTo>
                  <a:pt x="53325" y="272276"/>
                </a:lnTo>
                <a:lnTo>
                  <a:pt x="34682" y="313683"/>
                </a:lnTo>
                <a:lnTo>
                  <a:pt x="19820" y="356999"/>
                </a:lnTo>
                <a:lnTo>
                  <a:pt x="8947" y="402015"/>
                </a:lnTo>
                <a:lnTo>
                  <a:pt x="2271" y="448523"/>
                </a:lnTo>
                <a:lnTo>
                  <a:pt x="0" y="496315"/>
                </a:lnTo>
                <a:lnTo>
                  <a:pt x="2271" y="544106"/>
                </a:lnTo>
                <a:lnTo>
                  <a:pt x="8947" y="590611"/>
                </a:lnTo>
                <a:lnTo>
                  <a:pt x="19820" y="635621"/>
                </a:lnTo>
                <a:lnTo>
                  <a:pt x="34682" y="678930"/>
                </a:lnTo>
                <a:lnTo>
                  <a:pt x="53325" y="720329"/>
                </a:lnTo>
                <a:lnTo>
                  <a:pt x="75540" y="759610"/>
                </a:lnTo>
                <a:lnTo>
                  <a:pt x="101120" y="796566"/>
                </a:lnTo>
                <a:lnTo>
                  <a:pt x="129857" y="830988"/>
                </a:lnTo>
                <a:lnTo>
                  <a:pt x="161543" y="862670"/>
                </a:lnTo>
                <a:lnTo>
                  <a:pt x="195970" y="891403"/>
                </a:lnTo>
                <a:lnTo>
                  <a:pt x="232930" y="916979"/>
                </a:lnTo>
                <a:lnTo>
                  <a:pt x="272216" y="939190"/>
                </a:lnTo>
                <a:lnTo>
                  <a:pt x="313618" y="957829"/>
                </a:lnTo>
                <a:lnTo>
                  <a:pt x="356929" y="972688"/>
                </a:lnTo>
                <a:lnTo>
                  <a:pt x="401942" y="983559"/>
                </a:lnTo>
                <a:lnTo>
                  <a:pt x="448448" y="990233"/>
                </a:lnTo>
                <a:lnTo>
                  <a:pt x="496239" y="992504"/>
                </a:lnTo>
                <a:lnTo>
                  <a:pt x="544023" y="990233"/>
                </a:lnTo>
                <a:lnTo>
                  <a:pt x="590524" y="983559"/>
                </a:lnTo>
                <a:lnTo>
                  <a:pt x="635533" y="972688"/>
                </a:lnTo>
                <a:lnTo>
                  <a:pt x="678843" y="957829"/>
                </a:lnTo>
                <a:lnTo>
                  <a:pt x="720246" y="939190"/>
                </a:lnTo>
                <a:lnTo>
                  <a:pt x="759533" y="916979"/>
                </a:lnTo>
                <a:lnTo>
                  <a:pt x="796496" y="891403"/>
                </a:lnTo>
                <a:lnTo>
                  <a:pt x="830927" y="862670"/>
                </a:lnTo>
                <a:lnTo>
                  <a:pt x="862617" y="830988"/>
                </a:lnTo>
                <a:lnTo>
                  <a:pt x="891359" y="796566"/>
                </a:lnTo>
                <a:lnTo>
                  <a:pt x="916944" y="759610"/>
                </a:lnTo>
                <a:lnTo>
                  <a:pt x="939165" y="720329"/>
                </a:lnTo>
                <a:lnTo>
                  <a:pt x="957812" y="678930"/>
                </a:lnTo>
                <a:lnTo>
                  <a:pt x="972678" y="635621"/>
                </a:lnTo>
                <a:lnTo>
                  <a:pt x="983554" y="590611"/>
                </a:lnTo>
                <a:lnTo>
                  <a:pt x="990232" y="544106"/>
                </a:lnTo>
                <a:lnTo>
                  <a:pt x="992504" y="496315"/>
                </a:lnTo>
                <a:lnTo>
                  <a:pt x="990232" y="448523"/>
                </a:lnTo>
                <a:lnTo>
                  <a:pt x="983554" y="402015"/>
                </a:lnTo>
                <a:lnTo>
                  <a:pt x="972678" y="356999"/>
                </a:lnTo>
                <a:lnTo>
                  <a:pt x="957812" y="313683"/>
                </a:lnTo>
                <a:lnTo>
                  <a:pt x="939165" y="272276"/>
                </a:lnTo>
                <a:lnTo>
                  <a:pt x="916944" y="232985"/>
                </a:lnTo>
                <a:lnTo>
                  <a:pt x="891359" y="196018"/>
                </a:lnTo>
                <a:lnTo>
                  <a:pt x="862617" y="161585"/>
                </a:lnTo>
                <a:lnTo>
                  <a:pt x="830927" y="129892"/>
                </a:lnTo>
                <a:lnTo>
                  <a:pt x="796496" y="101148"/>
                </a:lnTo>
                <a:lnTo>
                  <a:pt x="759533" y="75562"/>
                </a:lnTo>
                <a:lnTo>
                  <a:pt x="720246" y="53341"/>
                </a:lnTo>
                <a:lnTo>
                  <a:pt x="678843" y="34693"/>
                </a:lnTo>
                <a:lnTo>
                  <a:pt x="635533" y="19827"/>
                </a:lnTo>
                <a:lnTo>
                  <a:pt x="590524" y="8950"/>
                </a:lnTo>
                <a:lnTo>
                  <a:pt x="544023" y="2272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5974" y="6224142"/>
            <a:ext cx="2298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4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16520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23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70" dirty="0"/>
              <a:t> </a:t>
            </a:r>
            <a:r>
              <a:rPr spc="-20" dirty="0"/>
              <a:t>USED</a:t>
            </a:r>
          </a:p>
        </p:txBody>
      </p:sp>
      <p:grpSp>
        <p:nvGrpSpPr>
          <p:cNvPr id="22" name="object 22"/>
          <p:cNvGrpSpPr/>
          <p:nvPr/>
        </p:nvGrpSpPr>
        <p:grpSpPr>
          <a:xfrm>
            <a:off x="2197100" y="1780920"/>
            <a:ext cx="8242300" cy="8446935"/>
            <a:chOff x="2197100" y="1780920"/>
            <a:chExt cx="8178800" cy="6804659"/>
          </a:xfrm>
        </p:grpSpPr>
        <p:sp>
          <p:nvSpPr>
            <p:cNvPr id="23" name="object 23"/>
            <p:cNvSpPr/>
            <p:nvPr/>
          </p:nvSpPr>
          <p:spPr>
            <a:xfrm>
              <a:off x="2209800" y="1793620"/>
              <a:ext cx="8153400" cy="6779259"/>
            </a:xfrm>
            <a:custGeom>
              <a:avLst/>
              <a:gdLst/>
              <a:ahLst/>
              <a:cxnLst/>
              <a:rect l="l" t="t" r="r" b="b"/>
              <a:pathLst>
                <a:path w="8153400" h="6779259">
                  <a:moveTo>
                    <a:pt x="0" y="0"/>
                  </a:moveTo>
                  <a:lnTo>
                    <a:pt x="7023608" y="0"/>
                  </a:lnTo>
                  <a:lnTo>
                    <a:pt x="8153400" y="1129919"/>
                  </a:lnTo>
                  <a:lnTo>
                    <a:pt x="8153400" y="6778879"/>
                  </a:lnTo>
                  <a:lnTo>
                    <a:pt x="0" y="6778879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9058" y="2502842"/>
              <a:ext cx="356916" cy="36229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552059" y="2446401"/>
            <a:ext cx="1465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Frontend: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88794" y="3296487"/>
            <a:ext cx="7349490" cy="29668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Structures web pages like login, dashboard, job listings, and forms.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styling and responsive design for better user experience.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dynamic interactions like job search, filtering, and validations.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Renders dynamic server-side content in web pages. </a:t>
            </a:r>
          </a:p>
        </p:txBody>
      </p: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7976" y="6357080"/>
            <a:ext cx="210516" cy="321021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5536819" y="6287516"/>
            <a:ext cx="1368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Backend: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88794" y="7137907"/>
            <a:ext cx="7397750" cy="30899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Core programming language used for application development.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REST APIs, business logic, and application flow.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MVC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Manages request handling (Controllers → Services → Repositories).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authentication and role-based authorization.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WebSocket (Optional)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real-time updates (if implemented for notifications). </a:t>
            </a:r>
          </a:p>
        </p:txBody>
      </p:sp>
      <p:pic>
        <p:nvPicPr>
          <p:cNvPr id="30" name="object 3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80316" y="3438690"/>
            <a:ext cx="160853" cy="284333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11316589" y="3248279"/>
            <a:ext cx="6257925" cy="1949252"/>
          </a:xfrm>
          <a:prstGeom prst="rect">
            <a:avLst/>
          </a:prstGeom>
          <a:ln w="25400">
            <a:solidFill>
              <a:srgbClr val="F79546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396240" algn="ctr">
              <a:lnSpc>
                <a:spcPct val="100000"/>
              </a:lnSpc>
              <a:spcBef>
                <a:spcPts val="860"/>
              </a:spcBef>
            </a:pPr>
            <a:r>
              <a:rPr sz="2800" b="1" spc="-10" dirty="0">
                <a:latin typeface="Calibri"/>
                <a:cs typeface="Calibri"/>
              </a:rPr>
              <a:t>Database:</a:t>
            </a:r>
            <a:endParaRPr lang="en-US" sz="2800" b="1" spc="-10" dirty="0">
              <a:latin typeface="Calibri"/>
              <a:cs typeface="Calibri"/>
            </a:endParaRPr>
          </a:p>
          <a:p>
            <a:pPr marL="396240" algn="ctr">
              <a:lnSpc>
                <a:spcPct val="100000"/>
              </a:lnSpc>
              <a:spcBef>
                <a:spcPts val="860"/>
              </a:spcBef>
            </a:pPr>
            <a:endParaRPr sz="2800" dirty="0">
              <a:latin typeface="Calibri"/>
              <a:cs typeface="Calibri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all system data such as users, jobs, and applications securely.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9878" y="6901433"/>
            <a:ext cx="2419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70" dirty="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1094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25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2" name="object 22"/>
          <p:cNvSpPr/>
          <p:nvPr/>
        </p:nvSpPr>
        <p:spPr>
          <a:xfrm>
            <a:off x="2520314" y="2074164"/>
            <a:ext cx="5023486" cy="2857966"/>
          </a:xfrm>
          <a:custGeom>
            <a:avLst/>
            <a:gdLst/>
            <a:ahLst/>
            <a:cxnLst/>
            <a:rect l="l" t="t" r="r" b="b"/>
            <a:pathLst>
              <a:path w="5023484" h="2610485">
                <a:moveTo>
                  <a:pt x="0" y="434975"/>
                </a:moveTo>
                <a:lnTo>
                  <a:pt x="2553" y="387592"/>
                </a:lnTo>
                <a:lnTo>
                  <a:pt x="10036" y="341684"/>
                </a:lnTo>
                <a:lnTo>
                  <a:pt x="22183" y="297517"/>
                </a:lnTo>
                <a:lnTo>
                  <a:pt x="38729" y="255356"/>
                </a:lnTo>
                <a:lnTo>
                  <a:pt x="59407" y="215467"/>
                </a:lnTo>
                <a:lnTo>
                  <a:pt x="83954" y="178115"/>
                </a:lnTo>
                <a:lnTo>
                  <a:pt x="112102" y="143568"/>
                </a:lnTo>
                <a:lnTo>
                  <a:pt x="143587" y="112089"/>
                </a:lnTo>
                <a:lnTo>
                  <a:pt x="178143" y="83945"/>
                </a:lnTo>
                <a:lnTo>
                  <a:pt x="215504" y="59403"/>
                </a:lnTo>
                <a:lnTo>
                  <a:pt x="255406" y="38726"/>
                </a:lnTo>
                <a:lnTo>
                  <a:pt x="297582" y="22182"/>
                </a:lnTo>
                <a:lnTo>
                  <a:pt x="341767" y="10035"/>
                </a:lnTo>
                <a:lnTo>
                  <a:pt x="387695" y="2553"/>
                </a:lnTo>
                <a:lnTo>
                  <a:pt x="435102" y="0"/>
                </a:lnTo>
                <a:lnTo>
                  <a:pt x="4588510" y="0"/>
                </a:lnTo>
                <a:lnTo>
                  <a:pt x="4635892" y="2553"/>
                </a:lnTo>
                <a:lnTo>
                  <a:pt x="4681800" y="10035"/>
                </a:lnTo>
                <a:lnTo>
                  <a:pt x="4725967" y="22182"/>
                </a:lnTo>
                <a:lnTo>
                  <a:pt x="4768128" y="38726"/>
                </a:lnTo>
                <a:lnTo>
                  <a:pt x="4808017" y="59403"/>
                </a:lnTo>
                <a:lnTo>
                  <a:pt x="4845369" y="83945"/>
                </a:lnTo>
                <a:lnTo>
                  <a:pt x="4879916" y="112089"/>
                </a:lnTo>
                <a:lnTo>
                  <a:pt x="4911395" y="143568"/>
                </a:lnTo>
                <a:lnTo>
                  <a:pt x="4939539" y="178115"/>
                </a:lnTo>
                <a:lnTo>
                  <a:pt x="4964081" y="215467"/>
                </a:lnTo>
                <a:lnTo>
                  <a:pt x="4984758" y="255356"/>
                </a:lnTo>
                <a:lnTo>
                  <a:pt x="5001302" y="297517"/>
                </a:lnTo>
                <a:lnTo>
                  <a:pt x="5013449" y="341684"/>
                </a:lnTo>
                <a:lnTo>
                  <a:pt x="5020931" y="387592"/>
                </a:lnTo>
                <a:lnTo>
                  <a:pt x="5023485" y="434975"/>
                </a:lnTo>
                <a:lnTo>
                  <a:pt x="5023485" y="2175001"/>
                </a:lnTo>
                <a:lnTo>
                  <a:pt x="5020931" y="2222384"/>
                </a:lnTo>
                <a:lnTo>
                  <a:pt x="5013449" y="2268292"/>
                </a:lnTo>
                <a:lnTo>
                  <a:pt x="5001302" y="2312459"/>
                </a:lnTo>
                <a:lnTo>
                  <a:pt x="4984758" y="2354620"/>
                </a:lnTo>
                <a:lnTo>
                  <a:pt x="4964081" y="2394509"/>
                </a:lnTo>
                <a:lnTo>
                  <a:pt x="4939539" y="2431861"/>
                </a:lnTo>
                <a:lnTo>
                  <a:pt x="4911395" y="2466408"/>
                </a:lnTo>
                <a:lnTo>
                  <a:pt x="4879916" y="2497887"/>
                </a:lnTo>
                <a:lnTo>
                  <a:pt x="4845369" y="2526031"/>
                </a:lnTo>
                <a:lnTo>
                  <a:pt x="4808017" y="2550573"/>
                </a:lnTo>
                <a:lnTo>
                  <a:pt x="4768128" y="2571250"/>
                </a:lnTo>
                <a:lnTo>
                  <a:pt x="4725967" y="2587794"/>
                </a:lnTo>
                <a:lnTo>
                  <a:pt x="4681800" y="2599941"/>
                </a:lnTo>
                <a:lnTo>
                  <a:pt x="4635892" y="2607423"/>
                </a:lnTo>
                <a:lnTo>
                  <a:pt x="4588510" y="2609976"/>
                </a:lnTo>
                <a:lnTo>
                  <a:pt x="435102" y="2609976"/>
                </a:lnTo>
                <a:lnTo>
                  <a:pt x="387695" y="2607423"/>
                </a:lnTo>
                <a:lnTo>
                  <a:pt x="341767" y="2599941"/>
                </a:lnTo>
                <a:lnTo>
                  <a:pt x="297582" y="2587794"/>
                </a:lnTo>
                <a:lnTo>
                  <a:pt x="255406" y="2571250"/>
                </a:lnTo>
                <a:lnTo>
                  <a:pt x="215504" y="2550573"/>
                </a:lnTo>
                <a:lnTo>
                  <a:pt x="178143" y="2526031"/>
                </a:lnTo>
                <a:lnTo>
                  <a:pt x="143587" y="2497887"/>
                </a:lnTo>
                <a:lnTo>
                  <a:pt x="112102" y="2466408"/>
                </a:lnTo>
                <a:lnTo>
                  <a:pt x="83954" y="2431861"/>
                </a:lnTo>
                <a:lnTo>
                  <a:pt x="59407" y="2394509"/>
                </a:lnTo>
                <a:lnTo>
                  <a:pt x="38729" y="2354620"/>
                </a:lnTo>
                <a:lnTo>
                  <a:pt x="22183" y="2312459"/>
                </a:lnTo>
                <a:lnTo>
                  <a:pt x="10036" y="2268292"/>
                </a:lnTo>
                <a:lnTo>
                  <a:pt x="2553" y="2222384"/>
                </a:lnTo>
                <a:lnTo>
                  <a:pt x="0" y="2175001"/>
                </a:lnTo>
                <a:lnTo>
                  <a:pt x="0" y="434975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786252" y="2277237"/>
            <a:ext cx="44881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Module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1: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lang="en-US" sz="2800" b="1" spc="-10" dirty="0">
                <a:latin typeface="Calibri"/>
                <a:cs typeface="Calibri"/>
              </a:rPr>
              <a:t>User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Management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26817" y="2703956"/>
            <a:ext cx="4276090" cy="22281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 and login (Student / Employer / Admin).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authentication and role-based access using Spring Security. </a:t>
            </a:r>
          </a:p>
        </p:txBody>
      </p:sp>
      <p:sp>
        <p:nvSpPr>
          <p:cNvPr id="25" name="object 25"/>
          <p:cNvSpPr/>
          <p:nvPr/>
        </p:nvSpPr>
        <p:spPr>
          <a:xfrm>
            <a:off x="8258175" y="2089785"/>
            <a:ext cx="5991225" cy="2610485"/>
          </a:xfrm>
          <a:custGeom>
            <a:avLst/>
            <a:gdLst/>
            <a:ahLst/>
            <a:cxnLst/>
            <a:rect l="l" t="t" r="r" b="b"/>
            <a:pathLst>
              <a:path w="5991225" h="2610485">
                <a:moveTo>
                  <a:pt x="0" y="434975"/>
                </a:moveTo>
                <a:lnTo>
                  <a:pt x="2551" y="387592"/>
                </a:lnTo>
                <a:lnTo>
                  <a:pt x="10030" y="341684"/>
                </a:lnTo>
                <a:lnTo>
                  <a:pt x="22170" y="297517"/>
                </a:lnTo>
                <a:lnTo>
                  <a:pt x="38706" y="255356"/>
                </a:lnTo>
                <a:lnTo>
                  <a:pt x="59374" y="215467"/>
                </a:lnTo>
                <a:lnTo>
                  <a:pt x="83909" y="178115"/>
                </a:lnTo>
                <a:lnTo>
                  <a:pt x="112045" y="143568"/>
                </a:lnTo>
                <a:lnTo>
                  <a:pt x="143517" y="112089"/>
                </a:lnTo>
                <a:lnTo>
                  <a:pt x="178061" y="83945"/>
                </a:lnTo>
                <a:lnTo>
                  <a:pt x="215410" y="59403"/>
                </a:lnTo>
                <a:lnTo>
                  <a:pt x="255301" y="38726"/>
                </a:lnTo>
                <a:lnTo>
                  <a:pt x="297468" y="22182"/>
                </a:lnTo>
                <a:lnTo>
                  <a:pt x="341646" y="10035"/>
                </a:lnTo>
                <a:lnTo>
                  <a:pt x="387570" y="2553"/>
                </a:lnTo>
                <a:lnTo>
                  <a:pt x="434975" y="0"/>
                </a:lnTo>
                <a:lnTo>
                  <a:pt x="5556250" y="0"/>
                </a:lnTo>
                <a:lnTo>
                  <a:pt x="5603654" y="2553"/>
                </a:lnTo>
                <a:lnTo>
                  <a:pt x="5649578" y="10035"/>
                </a:lnTo>
                <a:lnTo>
                  <a:pt x="5693756" y="22182"/>
                </a:lnTo>
                <a:lnTo>
                  <a:pt x="5735923" y="38726"/>
                </a:lnTo>
                <a:lnTo>
                  <a:pt x="5775814" y="59403"/>
                </a:lnTo>
                <a:lnTo>
                  <a:pt x="5813163" y="83945"/>
                </a:lnTo>
                <a:lnTo>
                  <a:pt x="5847707" y="112089"/>
                </a:lnTo>
                <a:lnTo>
                  <a:pt x="5879179" y="143568"/>
                </a:lnTo>
                <a:lnTo>
                  <a:pt x="5907315" y="178115"/>
                </a:lnTo>
                <a:lnTo>
                  <a:pt x="5931850" y="215467"/>
                </a:lnTo>
                <a:lnTo>
                  <a:pt x="5952518" y="255356"/>
                </a:lnTo>
                <a:lnTo>
                  <a:pt x="5969054" y="297517"/>
                </a:lnTo>
                <a:lnTo>
                  <a:pt x="5981194" y="341684"/>
                </a:lnTo>
                <a:lnTo>
                  <a:pt x="5988673" y="387592"/>
                </a:lnTo>
                <a:lnTo>
                  <a:pt x="5991225" y="434975"/>
                </a:lnTo>
                <a:lnTo>
                  <a:pt x="5991225" y="2175002"/>
                </a:lnTo>
                <a:lnTo>
                  <a:pt x="5988673" y="2222384"/>
                </a:lnTo>
                <a:lnTo>
                  <a:pt x="5981194" y="2268292"/>
                </a:lnTo>
                <a:lnTo>
                  <a:pt x="5969054" y="2312459"/>
                </a:lnTo>
                <a:lnTo>
                  <a:pt x="5952518" y="2354620"/>
                </a:lnTo>
                <a:lnTo>
                  <a:pt x="5931850" y="2394509"/>
                </a:lnTo>
                <a:lnTo>
                  <a:pt x="5907315" y="2431861"/>
                </a:lnTo>
                <a:lnTo>
                  <a:pt x="5879179" y="2466408"/>
                </a:lnTo>
                <a:lnTo>
                  <a:pt x="5847707" y="2497887"/>
                </a:lnTo>
                <a:lnTo>
                  <a:pt x="5813163" y="2526031"/>
                </a:lnTo>
                <a:lnTo>
                  <a:pt x="5775814" y="2550573"/>
                </a:lnTo>
                <a:lnTo>
                  <a:pt x="5735923" y="2571250"/>
                </a:lnTo>
                <a:lnTo>
                  <a:pt x="5693756" y="2587794"/>
                </a:lnTo>
                <a:lnTo>
                  <a:pt x="5649578" y="2599941"/>
                </a:lnTo>
                <a:lnTo>
                  <a:pt x="5603654" y="2607423"/>
                </a:lnTo>
                <a:lnTo>
                  <a:pt x="5556250" y="2609977"/>
                </a:lnTo>
                <a:lnTo>
                  <a:pt x="434975" y="2609977"/>
                </a:lnTo>
                <a:lnTo>
                  <a:pt x="387570" y="2607423"/>
                </a:lnTo>
                <a:lnTo>
                  <a:pt x="341646" y="2599941"/>
                </a:lnTo>
                <a:lnTo>
                  <a:pt x="297468" y="2587794"/>
                </a:lnTo>
                <a:lnTo>
                  <a:pt x="255301" y="2571250"/>
                </a:lnTo>
                <a:lnTo>
                  <a:pt x="215410" y="2550573"/>
                </a:lnTo>
                <a:lnTo>
                  <a:pt x="178061" y="2526031"/>
                </a:lnTo>
                <a:lnTo>
                  <a:pt x="143517" y="2497887"/>
                </a:lnTo>
                <a:lnTo>
                  <a:pt x="112045" y="2466408"/>
                </a:lnTo>
                <a:lnTo>
                  <a:pt x="83909" y="2431861"/>
                </a:lnTo>
                <a:lnTo>
                  <a:pt x="59374" y="2394509"/>
                </a:lnTo>
                <a:lnTo>
                  <a:pt x="38706" y="2354620"/>
                </a:lnTo>
                <a:lnTo>
                  <a:pt x="22170" y="2312459"/>
                </a:lnTo>
                <a:lnTo>
                  <a:pt x="10030" y="2268292"/>
                </a:lnTo>
                <a:lnTo>
                  <a:pt x="2551" y="2222384"/>
                </a:lnTo>
                <a:lnTo>
                  <a:pt x="0" y="2175002"/>
                </a:lnTo>
                <a:lnTo>
                  <a:pt x="0" y="434975"/>
                </a:lnTo>
                <a:close/>
              </a:path>
            </a:pathLst>
          </a:custGeom>
          <a:ln w="25399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408923" y="2264154"/>
            <a:ext cx="48253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Module</a:t>
            </a:r>
            <a:r>
              <a:rPr sz="2800" b="1" spc="-9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2: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lang="en-US" sz="2800" b="1" spc="-80" dirty="0">
                <a:latin typeface="Calibri"/>
                <a:cs typeface="Calibri"/>
              </a:rPr>
              <a:t>Job Management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65057" y="2719577"/>
            <a:ext cx="5285740" cy="1858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employers to post, update, and delete job listings.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job details like title, description, skills, salary, and location. </a:t>
            </a:r>
          </a:p>
        </p:txBody>
      </p:sp>
      <p:sp>
        <p:nvSpPr>
          <p:cNvPr id="28" name="object 28"/>
          <p:cNvSpPr/>
          <p:nvPr/>
        </p:nvSpPr>
        <p:spPr>
          <a:xfrm>
            <a:off x="14963774" y="2634232"/>
            <a:ext cx="2943225" cy="6014467"/>
          </a:xfrm>
          <a:custGeom>
            <a:avLst/>
            <a:gdLst/>
            <a:ahLst/>
            <a:cxnLst/>
            <a:rect l="l" t="t" r="r" b="b"/>
            <a:pathLst>
              <a:path w="2769869" h="4982209">
                <a:moveTo>
                  <a:pt x="0" y="461645"/>
                </a:moveTo>
                <a:lnTo>
                  <a:pt x="2382" y="414456"/>
                </a:lnTo>
                <a:lnTo>
                  <a:pt x="9376" y="368627"/>
                </a:lnTo>
                <a:lnTo>
                  <a:pt x="20749" y="324392"/>
                </a:lnTo>
                <a:lnTo>
                  <a:pt x="36270" y="281981"/>
                </a:lnTo>
                <a:lnTo>
                  <a:pt x="55706" y="241628"/>
                </a:lnTo>
                <a:lnTo>
                  <a:pt x="78826" y="203565"/>
                </a:lnTo>
                <a:lnTo>
                  <a:pt x="105399" y="168025"/>
                </a:lnTo>
                <a:lnTo>
                  <a:pt x="135191" y="135239"/>
                </a:lnTo>
                <a:lnTo>
                  <a:pt x="167972" y="105440"/>
                </a:lnTo>
                <a:lnTo>
                  <a:pt x="203510" y="78860"/>
                </a:lnTo>
                <a:lnTo>
                  <a:pt x="241572" y="55732"/>
                </a:lnTo>
                <a:lnTo>
                  <a:pt x="281928" y="36288"/>
                </a:lnTo>
                <a:lnTo>
                  <a:pt x="324344" y="20760"/>
                </a:lnTo>
                <a:lnTo>
                  <a:pt x="368591" y="9381"/>
                </a:lnTo>
                <a:lnTo>
                  <a:pt x="414435" y="2384"/>
                </a:lnTo>
                <a:lnTo>
                  <a:pt x="461644" y="0"/>
                </a:lnTo>
                <a:lnTo>
                  <a:pt x="2307971" y="0"/>
                </a:lnTo>
                <a:lnTo>
                  <a:pt x="2355180" y="2384"/>
                </a:lnTo>
                <a:lnTo>
                  <a:pt x="2401024" y="9381"/>
                </a:lnTo>
                <a:lnTo>
                  <a:pt x="2445271" y="20760"/>
                </a:lnTo>
                <a:lnTo>
                  <a:pt x="2487687" y="36288"/>
                </a:lnTo>
                <a:lnTo>
                  <a:pt x="2528043" y="55732"/>
                </a:lnTo>
                <a:lnTo>
                  <a:pt x="2566105" y="78860"/>
                </a:lnTo>
                <a:lnTo>
                  <a:pt x="2601643" y="105440"/>
                </a:lnTo>
                <a:lnTo>
                  <a:pt x="2634424" y="135239"/>
                </a:lnTo>
                <a:lnTo>
                  <a:pt x="2664216" y="168025"/>
                </a:lnTo>
                <a:lnTo>
                  <a:pt x="2690789" y="203565"/>
                </a:lnTo>
                <a:lnTo>
                  <a:pt x="2713909" y="241628"/>
                </a:lnTo>
                <a:lnTo>
                  <a:pt x="2733345" y="281981"/>
                </a:lnTo>
                <a:lnTo>
                  <a:pt x="2748866" y="324392"/>
                </a:lnTo>
                <a:lnTo>
                  <a:pt x="2760239" y="368627"/>
                </a:lnTo>
                <a:lnTo>
                  <a:pt x="2767233" y="414456"/>
                </a:lnTo>
                <a:lnTo>
                  <a:pt x="2769615" y="461645"/>
                </a:lnTo>
                <a:lnTo>
                  <a:pt x="2769615" y="4520565"/>
                </a:lnTo>
                <a:lnTo>
                  <a:pt x="2767233" y="4567774"/>
                </a:lnTo>
                <a:lnTo>
                  <a:pt x="2760239" y="4613618"/>
                </a:lnTo>
                <a:lnTo>
                  <a:pt x="2748866" y="4657865"/>
                </a:lnTo>
                <a:lnTo>
                  <a:pt x="2733345" y="4700281"/>
                </a:lnTo>
                <a:lnTo>
                  <a:pt x="2713909" y="4740637"/>
                </a:lnTo>
                <a:lnTo>
                  <a:pt x="2690789" y="4778699"/>
                </a:lnTo>
                <a:lnTo>
                  <a:pt x="2664216" y="4814237"/>
                </a:lnTo>
                <a:lnTo>
                  <a:pt x="2634424" y="4847018"/>
                </a:lnTo>
                <a:lnTo>
                  <a:pt x="2601643" y="4876810"/>
                </a:lnTo>
                <a:lnTo>
                  <a:pt x="2566105" y="4903383"/>
                </a:lnTo>
                <a:lnTo>
                  <a:pt x="2528043" y="4926503"/>
                </a:lnTo>
                <a:lnTo>
                  <a:pt x="2487687" y="4945939"/>
                </a:lnTo>
                <a:lnTo>
                  <a:pt x="2445271" y="4961460"/>
                </a:lnTo>
                <a:lnTo>
                  <a:pt x="2401024" y="4972833"/>
                </a:lnTo>
                <a:lnTo>
                  <a:pt x="2355180" y="4979827"/>
                </a:lnTo>
                <a:lnTo>
                  <a:pt x="2307971" y="4982210"/>
                </a:lnTo>
                <a:lnTo>
                  <a:pt x="461644" y="4982210"/>
                </a:lnTo>
                <a:lnTo>
                  <a:pt x="414435" y="4979827"/>
                </a:lnTo>
                <a:lnTo>
                  <a:pt x="368591" y="4972833"/>
                </a:lnTo>
                <a:lnTo>
                  <a:pt x="324344" y="4961460"/>
                </a:lnTo>
                <a:lnTo>
                  <a:pt x="281928" y="4945939"/>
                </a:lnTo>
                <a:lnTo>
                  <a:pt x="241572" y="4926503"/>
                </a:lnTo>
                <a:lnTo>
                  <a:pt x="203510" y="4903383"/>
                </a:lnTo>
                <a:lnTo>
                  <a:pt x="167972" y="4876810"/>
                </a:lnTo>
                <a:lnTo>
                  <a:pt x="135191" y="4847018"/>
                </a:lnTo>
                <a:lnTo>
                  <a:pt x="105399" y="4814237"/>
                </a:lnTo>
                <a:lnTo>
                  <a:pt x="78826" y="4778699"/>
                </a:lnTo>
                <a:lnTo>
                  <a:pt x="55706" y="4740637"/>
                </a:lnTo>
                <a:lnTo>
                  <a:pt x="36270" y="4700281"/>
                </a:lnTo>
                <a:lnTo>
                  <a:pt x="20749" y="4657865"/>
                </a:lnTo>
                <a:lnTo>
                  <a:pt x="9376" y="4613618"/>
                </a:lnTo>
                <a:lnTo>
                  <a:pt x="2382" y="4567774"/>
                </a:lnTo>
                <a:lnTo>
                  <a:pt x="0" y="4520565"/>
                </a:lnTo>
                <a:lnTo>
                  <a:pt x="0" y="461645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5179166" y="2743326"/>
            <a:ext cx="2319655" cy="5367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0504" marR="201295" indent="185420" algn="just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Module</a:t>
            </a:r>
            <a:r>
              <a:rPr sz="2800" b="1" spc="-12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5: </a:t>
            </a:r>
            <a:r>
              <a:rPr sz="2800" b="1" spc="-10" dirty="0">
                <a:latin typeface="Calibri"/>
                <a:cs typeface="Calibri"/>
              </a:rPr>
              <a:t>Dashboard Visualization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job listings, application status, and statistics.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role-based dashboards for Student, Employer, and Admin. </a:t>
            </a:r>
          </a:p>
        </p:txBody>
      </p:sp>
      <p:sp>
        <p:nvSpPr>
          <p:cNvPr id="30" name="object 30"/>
          <p:cNvSpPr/>
          <p:nvPr/>
        </p:nvSpPr>
        <p:spPr>
          <a:xfrm>
            <a:off x="2098675" y="5289930"/>
            <a:ext cx="5913120" cy="2894330"/>
          </a:xfrm>
          <a:custGeom>
            <a:avLst/>
            <a:gdLst/>
            <a:ahLst/>
            <a:cxnLst/>
            <a:rect l="l" t="t" r="r" b="b"/>
            <a:pathLst>
              <a:path w="5913120" h="2894329">
                <a:moveTo>
                  <a:pt x="0" y="482346"/>
                </a:moveTo>
                <a:lnTo>
                  <a:pt x="2489" y="433041"/>
                </a:lnTo>
                <a:lnTo>
                  <a:pt x="9797" y="385157"/>
                </a:lnTo>
                <a:lnTo>
                  <a:pt x="21680" y="338938"/>
                </a:lnTo>
                <a:lnTo>
                  <a:pt x="37897" y="294626"/>
                </a:lnTo>
                <a:lnTo>
                  <a:pt x="58205" y="252463"/>
                </a:lnTo>
                <a:lnTo>
                  <a:pt x="82362" y="212693"/>
                </a:lnTo>
                <a:lnTo>
                  <a:pt x="110127" y="175559"/>
                </a:lnTo>
                <a:lnTo>
                  <a:pt x="141255" y="141303"/>
                </a:lnTo>
                <a:lnTo>
                  <a:pt x="175506" y="110168"/>
                </a:lnTo>
                <a:lnTo>
                  <a:pt x="212638" y="82396"/>
                </a:lnTo>
                <a:lnTo>
                  <a:pt x="252407" y="58231"/>
                </a:lnTo>
                <a:lnTo>
                  <a:pt x="294572" y="37915"/>
                </a:lnTo>
                <a:lnTo>
                  <a:pt x="338891" y="21691"/>
                </a:lnTo>
                <a:lnTo>
                  <a:pt x="385121" y="9802"/>
                </a:lnTo>
                <a:lnTo>
                  <a:pt x="433020" y="2491"/>
                </a:lnTo>
                <a:lnTo>
                  <a:pt x="482345" y="0"/>
                </a:lnTo>
                <a:lnTo>
                  <a:pt x="5430393" y="0"/>
                </a:lnTo>
                <a:lnTo>
                  <a:pt x="5479697" y="2491"/>
                </a:lnTo>
                <a:lnTo>
                  <a:pt x="5527581" y="9802"/>
                </a:lnTo>
                <a:lnTo>
                  <a:pt x="5573800" y="21691"/>
                </a:lnTo>
                <a:lnTo>
                  <a:pt x="5618112" y="37915"/>
                </a:lnTo>
                <a:lnTo>
                  <a:pt x="5660275" y="58231"/>
                </a:lnTo>
                <a:lnTo>
                  <a:pt x="5700045" y="82396"/>
                </a:lnTo>
                <a:lnTo>
                  <a:pt x="5737179" y="110168"/>
                </a:lnTo>
                <a:lnTo>
                  <a:pt x="5771435" y="141303"/>
                </a:lnTo>
                <a:lnTo>
                  <a:pt x="5802570" y="175559"/>
                </a:lnTo>
                <a:lnTo>
                  <a:pt x="5830342" y="212693"/>
                </a:lnTo>
                <a:lnTo>
                  <a:pt x="5854507" y="252463"/>
                </a:lnTo>
                <a:lnTo>
                  <a:pt x="5874823" y="294626"/>
                </a:lnTo>
                <a:lnTo>
                  <a:pt x="5891047" y="338938"/>
                </a:lnTo>
                <a:lnTo>
                  <a:pt x="5902936" y="385157"/>
                </a:lnTo>
                <a:lnTo>
                  <a:pt x="5910247" y="433041"/>
                </a:lnTo>
                <a:lnTo>
                  <a:pt x="5912739" y="482346"/>
                </a:lnTo>
                <a:lnTo>
                  <a:pt x="5912739" y="2411857"/>
                </a:lnTo>
                <a:lnTo>
                  <a:pt x="5910247" y="2461161"/>
                </a:lnTo>
                <a:lnTo>
                  <a:pt x="5902936" y="2509045"/>
                </a:lnTo>
                <a:lnTo>
                  <a:pt x="5891047" y="2555264"/>
                </a:lnTo>
                <a:lnTo>
                  <a:pt x="5874823" y="2599576"/>
                </a:lnTo>
                <a:lnTo>
                  <a:pt x="5854507" y="2641739"/>
                </a:lnTo>
                <a:lnTo>
                  <a:pt x="5830342" y="2681509"/>
                </a:lnTo>
                <a:lnTo>
                  <a:pt x="5802570" y="2718643"/>
                </a:lnTo>
                <a:lnTo>
                  <a:pt x="5771435" y="2752899"/>
                </a:lnTo>
                <a:lnTo>
                  <a:pt x="5737179" y="2784034"/>
                </a:lnTo>
                <a:lnTo>
                  <a:pt x="5700045" y="2811806"/>
                </a:lnTo>
                <a:lnTo>
                  <a:pt x="5660275" y="2835971"/>
                </a:lnTo>
                <a:lnTo>
                  <a:pt x="5618112" y="2856287"/>
                </a:lnTo>
                <a:lnTo>
                  <a:pt x="5573800" y="2872511"/>
                </a:lnTo>
                <a:lnTo>
                  <a:pt x="5527581" y="2884400"/>
                </a:lnTo>
                <a:lnTo>
                  <a:pt x="5479697" y="2891711"/>
                </a:lnTo>
                <a:lnTo>
                  <a:pt x="5430393" y="2894203"/>
                </a:lnTo>
                <a:lnTo>
                  <a:pt x="482345" y="2894203"/>
                </a:lnTo>
                <a:lnTo>
                  <a:pt x="433020" y="2891711"/>
                </a:lnTo>
                <a:lnTo>
                  <a:pt x="385121" y="2884400"/>
                </a:lnTo>
                <a:lnTo>
                  <a:pt x="338891" y="2872511"/>
                </a:lnTo>
                <a:lnTo>
                  <a:pt x="294572" y="2856287"/>
                </a:lnTo>
                <a:lnTo>
                  <a:pt x="252407" y="2835971"/>
                </a:lnTo>
                <a:lnTo>
                  <a:pt x="212638" y="2811806"/>
                </a:lnTo>
                <a:lnTo>
                  <a:pt x="175506" y="2784034"/>
                </a:lnTo>
                <a:lnTo>
                  <a:pt x="141255" y="2752899"/>
                </a:lnTo>
                <a:lnTo>
                  <a:pt x="110127" y="2718643"/>
                </a:lnTo>
                <a:lnTo>
                  <a:pt x="82362" y="2681509"/>
                </a:lnTo>
                <a:lnTo>
                  <a:pt x="58205" y="2641739"/>
                </a:lnTo>
                <a:lnTo>
                  <a:pt x="37897" y="2599576"/>
                </a:lnTo>
                <a:lnTo>
                  <a:pt x="21680" y="2555264"/>
                </a:lnTo>
                <a:lnTo>
                  <a:pt x="9797" y="2509045"/>
                </a:lnTo>
                <a:lnTo>
                  <a:pt x="2489" y="2461161"/>
                </a:lnTo>
                <a:lnTo>
                  <a:pt x="0" y="2411857"/>
                </a:lnTo>
                <a:lnTo>
                  <a:pt x="0" y="482346"/>
                </a:lnTo>
                <a:close/>
              </a:path>
            </a:pathLst>
          </a:custGeom>
          <a:ln w="25399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319020" y="5635498"/>
            <a:ext cx="5048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Module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3: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Database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Management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319020" y="6062217"/>
            <a:ext cx="4852035" cy="1858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all data (users, jobs, applications) in MySQL database.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efficient data retrieval for dashboards and operations. </a:t>
            </a:r>
          </a:p>
        </p:txBody>
      </p:sp>
      <p:sp>
        <p:nvSpPr>
          <p:cNvPr id="33" name="object 33"/>
          <p:cNvSpPr/>
          <p:nvPr/>
        </p:nvSpPr>
        <p:spPr>
          <a:xfrm>
            <a:off x="8408923" y="5269865"/>
            <a:ext cx="5913120" cy="2894330"/>
          </a:xfrm>
          <a:custGeom>
            <a:avLst/>
            <a:gdLst/>
            <a:ahLst/>
            <a:cxnLst/>
            <a:rect l="l" t="t" r="r" b="b"/>
            <a:pathLst>
              <a:path w="5913119" h="2894329">
                <a:moveTo>
                  <a:pt x="0" y="482346"/>
                </a:moveTo>
                <a:lnTo>
                  <a:pt x="2207" y="435884"/>
                </a:lnTo>
                <a:lnTo>
                  <a:pt x="8695" y="390674"/>
                </a:lnTo>
                <a:lnTo>
                  <a:pt x="19261" y="346917"/>
                </a:lnTo>
                <a:lnTo>
                  <a:pt x="33704" y="304815"/>
                </a:lnTo>
                <a:lnTo>
                  <a:pt x="51822" y="264571"/>
                </a:lnTo>
                <a:lnTo>
                  <a:pt x="73412" y="226385"/>
                </a:lnTo>
                <a:lnTo>
                  <a:pt x="98273" y="190461"/>
                </a:lnTo>
                <a:lnTo>
                  <a:pt x="126203" y="156999"/>
                </a:lnTo>
                <a:lnTo>
                  <a:pt x="156999" y="126203"/>
                </a:lnTo>
                <a:lnTo>
                  <a:pt x="190461" y="98273"/>
                </a:lnTo>
                <a:lnTo>
                  <a:pt x="226385" y="73412"/>
                </a:lnTo>
                <a:lnTo>
                  <a:pt x="264571" y="51822"/>
                </a:lnTo>
                <a:lnTo>
                  <a:pt x="304815" y="33704"/>
                </a:lnTo>
                <a:lnTo>
                  <a:pt x="346917" y="19261"/>
                </a:lnTo>
                <a:lnTo>
                  <a:pt x="390674" y="8695"/>
                </a:lnTo>
                <a:lnTo>
                  <a:pt x="435884" y="2207"/>
                </a:lnTo>
                <a:lnTo>
                  <a:pt x="482346" y="0"/>
                </a:lnTo>
                <a:lnTo>
                  <a:pt x="5430393" y="0"/>
                </a:lnTo>
                <a:lnTo>
                  <a:pt x="5479697" y="2489"/>
                </a:lnTo>
                <a:lnTo>
                  <a:pt x="5527581" y="9797"/>
                </a:lnTo>
                <a:lnTo>
                  <a:pt x="5573800" y="21680"/>
                </a:lnTo>
                <a:lnTo>
                  <a:pt x="5618112" y="37897"/>
                </a:lnTo>
                <a:lnTo>
                  <a:pt x="5660275" y="58205"/>
                </a:lnTo>
                <a:lnTo>
                  <a:pt x="5700045" y="82362"/>
                </a:lnTo>
                <a:lnTo>
                  <a:pt x="5737179" y="110127"/>
                </a:lnTo>
                <a:lnTo>
                  <a:pt x="5771435" y="141255"/>
                </a:lnTo>
                <a:lnTo>
                  <a:pt x="5802570" y="175506"/>
                </a:lnTo>
                <a:lnTo>
                  <a:pt x="5830342" y="212638"/>
                </a:lnTo>
                <a:lnTo>
                  <a:pt x="5854507" y="252407"/>
                </a:lnTo>
                <a:lnTo>
                  <a:pt x="5874823" y="294572"/>
                </a:lnTo>
                <a:lnTo>
                  <a:pt x="5891047" y="338891"/>
                </a:lnTo>
                <a:lnTo>
                  <a:pt x="5902936" y="385121"/>
                </a:lnTo>
                <a:lnTo>
                  <a:pt x="5910247" y="433020"/>
                </a:lnTo>
                <a:lnTo>
                  <a:pt x="5912739" y="482346"/>
                </a:lnTo>
                <a:lnTo>
                  <a:pt x="5912739" y="2411730"/>
                </a:lnTo>
                <a:lnTo>
                  <a:pt x="5910530" y="2458192"/>
                </a:lnTo>
                <a:lnTo>
                  <a:pt x="5904038" y="2503406"/>
                </a:lnTo>
                <a:lnTo>
                  <a:pt x="5893467" y="2547169"/>
                </a:lnTo>
                <a:lnTo>
                  <a:pt x="5879018" y="2589278"/>
                </a:lnTo>
                <a:lnTo>
                  <a:pt x="5860893" y="2629531"/>
                </a:lnTo>
                <a:lnTo>
                  <a:pt x="5839295" y="2667726"/>
                </a:lnTo>
                <a:lnTo>
                  <a:pt x="5814427" y="2703661"/>
                </a:lnTo>
                <a:lnTo>
                  <a:pt x="5786491" y="2737134"/>
                </a:lnTo>
                <a:lnTo>
                  <a:pt x="5755688" y="2767941"/>
                </a:lnTo>
                <a:lnTo>
                  <a:pt x="5722223" y="2795882"/>
                </a:lnTo>
                <a:lnTo>
                  <a:pt x="5686297" y="2820754"/>
                </a:lnTo>
                <a:lnTo>
                  <a:pt x="5648112" y="2842354"/>
                </a:lnTo>
                <a:lnTo>
                  <a:pt x="5607870" y="2860480"/>
                </a:lnTo>
                <a:lnTo>
                  <a:pt x="5565776" y="2874930"/>
                </a:lnTo>
                <a:lnTo>
                  <a:pt x="5522029" y="2885502"/>
                </a:lnTo>
                <a:lnTo>
                  <a:pt x="5476834" y="2891994"/>
                </a:lnTo>
                <a:lnTo>
                  <a:pt x="5430393" y="2894203"/>
                </a:lnTo>
                <a:lnTo>
                  <a:pt x="482346" y="2894203"/>
                </a:lnTo>
                <a:lnTo>
                  <a:pt x="435884" y="2891994"/>
                </a:lnTo>
                <a:lnTo>
                  <a:pt x="390674" y="2885502"/>
                </a:lnTo>
                <a:lnTo>
                  <a:pt x="346917" y="2874930"/>
                </a:lnTo>
                <a:lnTo>
                  <a:pt x="304815" y="2860480"/>
                </a:lnTo>
                <a:lnTo>
                  <a:pt x="264571" y="2842354"/>
                </a:lnTo>
                <a:lnTo>
                  <a:pt x="226385" y="2820754"/>
                </a:lnTo>
                <a:lnTo>
                  <a:pt x="190461" y="2795882"/>
                </a:lnTo>
                <a:lnTo>
                  <a:pt x="156999" y="2767941"/>
                </a:lnTo>
                <a:lnTo>
                  <a:pt x="126203" y="2737134"/>
                </a:lnTo>
                <a:lnTo>
                  <a:pt x="98273" y="2703661"/>
                </a:lnTo>
                <a:lnTo>
                  <a:pt x="73412" y="2667726"/>
                </a:lnTo>
                <a:lnTo>
                  <a:pt x="51822" y="2629531"/>
                </a:lnTo>
                <a:lnTo>
                  <a:pt x="33704" y="2589278"/>
                </a:lnTo>
                <a:lnTo>
                  <a:pt x="19261" y="2547169"/>
                </a:lnTo>
                <a:lnTo>
                  <a:pt x="8695" y="2503406"/>
                </a:lnTo>
                <a:lnTo>
                  <a:pt x="2207" y="2458192"/>
                </a:lnTo>
                <a:lnTo>
                  <a:pt x="0" y="2411730"/>
                </a:lnTo>
                <a:lnTo>
                  <a:pt x="0" y="482346"/>
                </a:lnTo>
                <a:close/>
              </a:path>
            </a:pathLst>
          </a:custGeom>
          <a:ln w="25399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629650" y="5615432"/>
            <a:ext cx="531495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Module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4: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lang="en-US" sz="2800" b="1" spc="-10" dirty="0">
                <a:latin typeface="Calibri"/>
                <a:cs typeface="Calibri"/>
              </a:rPr>
              <a:t>Application Management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24102" y="6366593"/>
            <a:ext cx="5153660" cy="1489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students to apply for jobs and upload resumes.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application status (APPLIED, SHORTLISTED, REJECTED).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2070" y="6944106"/>
            <a:ext cx="2178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1094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IMPLEMENTATION</a:t>
            </a:r>
            <a:r>
              <a:rPr spc="-16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22" name="object 22"/>
          <p:cNvSpPr/>
          <p:nvPr/>
        </p:nvSpPr>
        <p:spPr>
          <a:xfrm>
            <a:off x="11979020" y="2146173"/>
            <a:ext cx="5373370" cy="6084570"/>
          </a:xfrm>
          <a:custGeom>
            <a:avLst/>
            <a:gdLst/>
            <a:ahLst/>
            <a:cxnLst/>
            <a:rect l="l" t="t" r="r" b="b"/>
            <a:pathLst>
              <a:path w="5373369" h="6084570">
                <a:moveTo>
                  <a:pt x="0" y="6084316"/>
                </a:moveTo>
                <a:lnTo>
                  <a:pt x="5373242" y="6084316"/>
                </a:lnTo>
                <a:lnTo>
                  <a:pt x="5373242" y="0"/>
                </a:lnTo>
                <a:lnTo>
                  <a:pt x="0" y="0"/>
                </a:lnTo>
                <a:lnTo>
                  <a:pt x="0" y="6084316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2071604" y="2240284"/>
            <a:ext cx="5119370" cy="5521383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790575">
              <a:lnSpc>
                <a:spcPct val="100000"/>
              </a:lnSpc>
              <a:spcBef>
                <a:spcPts val="1775"/>
              </a:spcBef>
            </a:pPr>
            <a:r>
              <a:rPr sz="2800" b="1" dirty="0">
                <a:latin typeface="Calibri"/>
                <a:cs typeface="Calibri"/>
              </a:rPr>
              <a:t>Home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Page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–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Dashboard</a:t>
            </a:r>
            <a:endParaRPr sz="2800" dirty="0">
              <a:latin typeface="Calibri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home page acts as the main interface of the Job Portal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all important information in a centralized dashboard.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job listings, application status, and user-specific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role-based views for Students, Employers, and Admin.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statistics such as total jobs, applications, and user activity.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dynamically updated based on user actions and system changes.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7129B88-EF90-93B9-5523-D62D5648F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194" y="2613422"/>
            <a:ext cx="9525000" cy="50601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7562" y="6944106"/>
            <a:ext cx="727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8(A)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1094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IMPLEMENTATION</a:t>
            </a:r>
            <a:r>
              <a:rPr spc="-16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286000" y="1982342"/>
            <a:ext cx="5334000" cy="6493444"/>
          </a:xfrm>
          <a:prstGeom prst="rect">
            <a:avLst/>
          </a:prstGeom>
          <a:ln w="25400">
            <a:solidFill>
              <a:srgbClr val="F79546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35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2800" b="1" spc="-10" dirty="0">
                <a:latin typeface="Calibri"/>
                <a:cs typeface="Calibri"/>
              </a:rPr>
              <a:t>Dashboard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/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System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Monitoring</a:t>
            </a:r>
            <a:endParaRPr sz="2800" dirty="0">
              <a:latin typeface="Calibri"/>
              <a:cs typeface="Calibri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multiple sections such as job listings, applications, and user activities.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real-time updates of job postings and application status.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dynamically based on user actions (no need for manual refresh).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different views for Students, Employers, and Admin.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efficiently track jobs, applications, and overall system activity.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ECEE607-A97A-C5DD-185B-9C0DE78DB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2452910"/>
            <a:ext cx="10323871" cy="54845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76706" y="6944106"/>
            <a:ext cx="704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1094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IMPLEMENTATION</a:t>
            </a:r>
            <a:r>
              <a:rPr spc="-16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22" name="object 22"/>
          <p:cNvSpPr/>
          <p:nvPr/>
        </p:nvSpPr>
        <p:spPr>
          <a:xfrm>
            <a:off x="11353800" y="1790700"/>
            <a:ext cx="6059170" cy="6858000"/>
          </a:xfrm>
          <a:custGeom>
            <a:avLst/>
            <a:gdLst/>
            <a:ahLst/>
            <a:cxnLst/>
            <a:rect l="l" t="t" r="r" b="b"/>
            <a:pathLst>
              <a:path w="6059169" h="6858000">
                <a:moveTo>
                  <a:pt x="0" y="1009903"/>
                </a:moveTo>
                <a:lnTo>
                  <a:pt x="1099" y="962360"/>
                </a:lnTo>
                <a:lnTo>
                  <a:pt x="4364" y="915383"/>
                </a:lnTo>
                <a:lnTo>
                  <a:pt x="9746" y="869020"/>
                </a:lnTo>
                <a:lnTo>
                  <a:pt x="17198" y="823321"/>
                </a:lnTo>
                <a:lnTo>
                  <a:pt x="26670" y="778333"/>
                </a:lnTo>
                <a:lnTo>
                  <a:pt x="38114" y="734104"/>
                </a:lnTo>
                <a:lnTo>
                  <a:pt x="51482" y="690684"/>
                </a:lnTo>
                <a:lnTo>
                  <a:pt x="66725" y="648122"/>
                </a:lnTo>
                <a:lnTo>
                  <a:pt x="83795" y="606464"/>
                </a:lnTo>
                <a:lnTo>
                  <a:pt x="102642" y="565760"/>
                </a:lnTo>
                <a:lnTo>
                  <a:pt x="123219" y="526059"/>
                </a:lnTo>
                <a:lnTo>
                  <a:pt x="145478" y="487409"/>
                </a:lnTo>
                <a:lnTo>
                  <a:pt x="169369" y="449858"/>
                </a:lnTo>
                <a:lnTo>
                  <a:pt x="194844" y="413455"/>
                </a:lnTo>
                <a:lnTo>
                  <a:pt x="221855" y="378248"/>
                </a:lnTo>
                <a:lnTo>
                  <a:pt x="250353" y="344286"/>
                </a:lnTo>
                <a:lnTo>
                  <a:pt x="280290" y="311617"/>
                </a:lnTo>
                <a:lnTo>
                  <a:pt x="311617" y="280290"/>
                </a:lnTo>
                <a:lnTo>
                  <a:pt x="344286" y="250353"/>
                </a:lnTo>
                <a:lnTo>
                  <a:pt x="378248" y="221855"/>
                </a:lnTo>
                <a:lnTo>
                  <a:pt x="413455" y="194844"/>
                </a:lnTo>
                <a:lnTo>
                  <a:pt x="449858" y="169369"/>
                </a:lnTo>
                <a:lnTo>
                  <a:pt x="487409" y="145478"/>
                </a:lnTo>
                <a:lnTo>
                  <a:pt x="526059" y="123219"/>
                </a:lnTo>
                <a:lnTo>
                  <a:pt x="565760" y="102642"/>
                </a:lnTo>
                <a:lnTo>
                  <a:pt x="606464" y="83795"/>
                </a:lnTo>
                <a:lnTo>
                  <a:pt x="648122" y="66725"/>
                </a:lnTo>
                <a:lnTo>
                  <a:pt x="690684" y="51482"/>
                </a:lnTo>
                <a:lnTo>
                  <a:pt x="734104" y="38114"/>
                </a:lnTo>
                <a:lnTo>
                  <a:pt x="778333" y="26670"/>
                </a:lnTo>
                <a:lnTo>
                  <a:pt x="823321" y="17198"/>
                </a:lnTo>
                <a:lnTo>
                  <a:pt x="869020" y="9746"/>
                </a:lnTo>
                <a:lnTo>
                  <a:pt x="915383" y="4364"/>
                </a:lnTo>
                <a:lnTo>
                  <a:pt x="962360" y="1099"/>
                </a:lnTo>
                <a:lnTo>
                  <a:pt x="1009903" y="0"/>
                </a:lnTo>
                <a:lnTo>
                  <a:pt x="5049138" y="0"/>
                </a:lnTo>
                <a:lnTo>
                  <a:pt x="5096682" y="1099"/>
                </a:lnTo>
                <a:lnTo>
                  <a:pt x="5143659" y="4364"/>
                </a:lnTo>
                <a:lnTo>
                  <a:pt x="5190022" y="9746"/>
                </a:lnTo>
                <a:lnTo>
                  <a:pt x="5235721" y="17198"/>
                </a:lnTo>
                <a:lnTo>
                  <a:pt x="5280709" y="26670"/>
                </a:lnTo>
                <a:lnTo>
                  <a:pt x="5324938" y="38114"/>
                </a:lnTo>
                <a:lnTo>
                  <a:pt x="5368358" y="51482"/>
                </a:lnTo>
                <a:lnTo>
                  <a:pt x="5410920" y="66725"/>
                </a:lnTo>
                <a:lnTo>
                  <a:pt x="5452578" y="83795"/>
                </a:lnTo>
                <a:lnTo>
                  <a:pt x="5493282" y="102642"/>
                </a:lnTo>
                <a:lnTo>
                  <a:pt x="5532983" y="123219"/>
                </a:lnTo>
                <a:lnTo>
                  <a:pt x="5571633" y="145478"/>
                </a:lnTo>
                <a:lnTo>
                  <a:pt x="5609184" y="169369"/>
                </a:lnTo>
                <a:lnTo>
                  <a:pt x="5645587" y="194844"/>
                </a:lnTo>
                <a:lnTo>
                  <a:pt x="5680794" y="221855"/>
                </a:lnTo>
                <a:lnTo>
                  <a:pt x="5714756" y="250353"/>
                </a:lnTo>
                <a:lnTo>
                  <a:pt x="5747425" y="280290"/>
                </a:lnTo>
                <a:lnTo>
                  <a:pt x="5778752" y="311617"/>
                </a:lnTo>
                <a:lnTo>
                  <a:pt x="5808689" y="344286"/>
                </a:lnTo>
                <a:lnTo>
                  <a:pt x="5837187" y="378248"/>
                </a:lnTo>
                <a:lnTo>
                  <a:pt x="5864198" y="413455"/>
                </a:lnTo>
                <a:lnTo>
                  <a:pt x="5889673" y="449858"/>
                </a:lnTo>
                <a:lnTo>
                  <a:pt x="5913564" y="487409"/>
                </a:lnTo>
                <a:lnTo>
                  <a:pt x="5935823" y="526059"/>
                </a:lnTo>
                <a:lnTo>
                  <a:pt x="5956400" y="565760"/>
                </a:lnTo>
                <a:lnTo>
                  <a:pt x="5975247" y="606464"/>
                </a:lnTo>
                <a:lnTo>
                  <a:pt x="5992317" y="648122"/>
                </a:lnTo>
                <a:lnTo>
                  <a:pt x="6007560" y="690684"/>
                </a:lnTo>
                <a:lnTo>
                  <a:pt x="6020928" y="734104"/>
                </a:lnTo>
                <a:lnTo>
                  <a:pt x="6032372" y="778333"/>
                </a:lnTo>
                <a:lnTo>
                  <a:pt x="6041844" y="823321"/>
                </a:lnTo>
                <a:lnTo>
                  <a:pt x="6049296" y="869020"/>
                </a:lnTo>
                <a:lnTo>
                  <a:pt x="6054678" y="915383"/>
                </a:lnTo>
                <a:lnTo>
                  <a:pt x="6057943" y="962360"/>
                </a:lnTo>
                <a:lnTo>
                  <a:pt x="6059042" y="1009903"/>
                </a:lnTo>
                <a:lnTo>
                  <a:pt x="6059042" y="5848096"/>
                </a:lnTo>
                <a:lnTo>
                  <a:pt x="6057943" y="5895639"/>
                </a:lnTo>
                <a:lnTo>
                  <a:pt x="6054678" y="5942616"/>
                </a:lnTo>
                <a:lnTo>
                  <a:pt x="6049296" y="5988979"/>
                </a:lnTo>
                <a:lnTo>
                  <a:pt x="6041844" y="6034678"/>
                </a:lnTo>
                <a:lnTo>
                  <a:pt x="6032372" y="6079666"/>
                </a:lnTo>
                <a:lnTo>
                  <a:pt x="6020928" y="6123895"/>
                </a:lnTo>
                <a:lnTo>
                  <a:pt x="6007560" y="6167315"/>
                </a:lnTo>
                <a:lnTo>
                  <a:pt x="5992317" y="6209877"/>
                </a:lnTo>
                <a:lnTo>
                  <a:pt x="5975247" y="6251535"/>
                </a:lnTo>
                <a:lnTo>
                  <a:pt x="5956400" y="6292239"/>
                </a:lnTo>
                <a:lnTo>
                  <a:pt x="5935823" y="6331940"/>
                </a:lnTo>
                <a:lnTo>
                  <a:pt x="5913564" y="6370590"/>
                </a:lnTo>
                <a:lnTo>
                  <a:pt x="5889673" y="6408141"/>
                </a:lnTo>
                <a:lnTo>
                  <a:pt x="5864198" y="6444544"/>
                </a:lnTo>
                <a:lnTo>
                  <a:pt x="5837187" y="6479751"/>
                </a:lnTo>
                <a:lnTo>
                  <a:pt x="5808689" y="6513713"/>
                </a:lnTo>
                <a:lnTo>
                  <a:pt x="5778752" y="6546382"/>
                </a:lnTo>
                <a:lnTo>
                  <a:pt x="5747425" y="6577709"/>
                </a:lnTo>
                <a:lnTo>
                  <a:pt x="5714756" y="6607646"/>
                </a:lnTo>
                <a:lnTo>
                  <a:pt x="5680794" y="6636144"/>
                </a:lnTo>
                <a:lnTo>
                  <a:pt x="5645587" y="6663155"/>
                </a:lnTo>
                <a:lnTo>
                  <a:pt x="5609184" y="6688630"/>
                </a:lnTo>
                <a:lnTo>
                  <a:pt x="5571633" y="6712521"/>
                </a:lnTo>
                <a:lnTo>
                  <a:pt x="5532983" y="6734780"/>
                </a:lnTo>
                <a:lnTo>
                  <a:pt x="5493282" y="6755357"/>
                </a:lnTo>
                <a:lnTo>
                  <a:pt x="5452578" y="6774204"/>
                </a:lnTo>
                <a:lnTo>
                  <a:pt x="5410920" y="6791274"/>
                </a:lnTo>
                <a:lnTo>
                  <a:pt x="5368358" y="6806517"/>
                </a:lnTo>
                <a:lnTo>
                  <a:pt x="5324938" y="6819885"/>
                </a:lnTo>
                <a:lnTo>
                  <a:pt x="5280709" y="6831329"/>
                </a:lnTo>
                <a:lnTo>
                  <a:pt x="5235721" y="6840801"/>
                </a:lnTo>
                <a:lnTo>
                  <a:pt x="5190022" y="6848253"/>
                </a:lnTo>
                <a:lnTo>
                  <a:pt x="5143659" y="6853635"/>
                </a:lnTo>
                <a:lnTo>
                  <a:pt x="5096682" y="6856900"/>
                </a:lnTo>
                <a:lnTo>
                  <a:pt x="5049138" y="6858000"/>
                </a:lnTo>
                <a:lnTo>
                  <a:pt x="1009903" y="6858000"/>
                </a:lnTo>
                <a:lnTo>
                  <a:pt x="962360" y="6856900"/>
                </a:lnTo>
                <a:lnTo>
                  <a:pt x="915383" y="6853635"/>
                </a:lnTo>
                <a:lnTo>
                  <a:pt x="869020" y="6848253"/>
                </a:lnTo>
                <a:lnTo>
                  <a:pt x="823321" y="6840801"/>
                </a:lnTo>
                <a:lnTo>
                  <a:pt x="778333" y="6831329"/>
                </a:lnTo>
                <a:lnTo>
                  <a:pt x="734104" y="6819885"/>
                </a:lnTo>
                <a:lnTo>
                  <a:pt x="690684" y="6806517"/>
                </a:lnTo>
                <a:lnTo>
                  <a:pt x="648122" y="6791274"/>
                </a:lnTo>
                <a:lnTo>
                  <a:pt x="606464" y="6774204"/>
                </a:lnTo>
                <a:lnTo>
                  <a:pt x="565760" y="6755357"/>
                </a:lnTo>
                <a:lnTo>
                  <a:pt x="526059" y="6734780"/>
                </a:lnTo>
                <a:lnTo>
                  <a:pt x="487409" y="6712521"/>
                </a:lnTo>
                <a:lnTo>
                  <a:pt x="449858" y="6688630"/>
                </a:lnTo>
                <a:lnTo>
                  <a:pt x="413455" y="6663155"/>
                </a:lnTo>
                <a:lnTo>
                  <a:pt x="378248" y="6636144"/>
                </a:lnTo>
                <a:lnTo>
                  <a:pt x="344286" y="6607646"/>
                </a:lnTo>
                <a:lnTo>
                  <a:pt x="311617" y="6577709"/>
                </a:lnTo>
                <a:lnTo>
                  <a:pt x="280290" y="6546382"/>
                </a:lnTo>
                <a:lnTo>
                  <a:pt x="250353" y="6513713"/>
                </a:lnTo>
                <a:lnTo>
                  <a:pt x="221855" y="6479751"/>
                </a:lnTo>
                <a:lnTo>
                  <a:pt x="194844" y="6444544"/>
                </a:lnTo>
                <a:lnTo>
                  <a:pt x="169369" y="6408141"/>
                </a:lnTo>
                <a:lnTo>
                  <a:pt x="145478" y="6370590"/>
                </a:lnTo>
                <a:lnTo>
                  <a:pt x="123219" y="6331940"/>
                </a:lnTo>
                <a:lnTo>
                  <a:pt x="102642" y="6292239"/>
                </a:lnTo>
                <a:lnTo>
                  <a:pt x="83795" y="6251535"/>
                </a:lnTo>
                <a:lnTo>
                  <a:pt x="66725" y="6209877"/>
                </a:lnTo>
                <a:lnTo>
                  <a:pt x="51482" y="6167315"/>
                </a:lnTo>
                <a:lnTo>
                  <a:pt x="38114" y="6123895"/>
                </a:lnTo>
                <a:lnTo>
                  <a:pt x="26670" y="6079666"/>
                </a:lnTo>
                <a:lnTo>
                  <a:pt x="17198" y="6034678"/>
                </a:lnTo>
                <a:lnTo>
                  <a:pt x="9746" y="5988979"/>
                </a:lnTo>
                <a:lnTo>
                  <a:pt x="4364" y="5942616"/>
                </a:lnTo>
                <a:lnTo>
                  <a:pt x="1099" y="5895639"/>
                </a:lnTo>
                <a:lnTo>
                  <a:pt x="0" y="5848096"/>
                </a:lnTo>
                <a:lnTo>
                  <a:pt x="0" y="1009903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1729466" y="2271166"/>
            <a:ext cx="5231765" cy="5952912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r>
              <a:rPr lang="en-US" sz="2800" b="1" dirty="0"/>
              <a:t>Application Monitoring &amp; Notifications</a:t>
            </a:r>
          </a:p>
          <a:p>
            <a:endParaRPr lang="en-US" sz="28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recent job applications with their current status.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is clearly indicated (APPLIED, SHORTLISTED, REJECTED).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updates when application status changes.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receive notifications for important updates (e.g., shortlisted or rejected).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track progress and employers manage applicants efficiently.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F0884B6-709E-56C5-74D3-F1B389B60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221" y="2626298"/>
            <a:ext cx="9587725" cy="50934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73658" y="6944106"/>
            <a:ext cx="711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8(C)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1094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IMPLEMENTATION</a:t>
            </a:r>
            <a:r>
              <a:rPr spc="-16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22" name="object 22"/>
          <p:cNvSpPr/>
          <p:nvPr/>
        </p:nvSpPr>
        <p:spPr>
          <a:xfrm>
            <a:off x="9792969" y="2123820"/>
            <a:ext cx="7981315" cy="6902450"/>
          </a:xfrm>
          <a:custGeom>
            <a:avLst/>
            <a:gdLst/>
            <a:ahLst/>
            <a:cxnLst/>
            <a:rect l="l" t="t" r="r" b="b"/>
            <a:pathLst>
              <a:path w="7981315" h="6902450">
                <a:moveTo>
                  <a:pt x="0" y="1150365"/>
                </a:moveTo>
                <a:lnTo>
                  <a:pt x="1009" y="1101734"/>
                </a:lnTo>
                <a:lnTo>
                  <a:pt x="4009" y="1053618"/>
                </a:lnTo>
                <a:lnTo>
                  <a:pt x="8962" y="1006056"/>
                </a:lnTo>
                <a:lnTo>
                  <a:pt x="15826" y="959089"/>
                </a:lnTo>
                <a:lnTo>
                  <a:pt x="24562" y="912756"/>
                </a:lnTo>
                <a:lnTo>
                  <a:pt x="35130" y="867098"/>
                </a:lnTo>
                <a:lnTo>
                  <a:pt x="47490" y="822155"/>
                </a:lnTo>
                <a:lnTo>
                  <a:pt x="61602" y="777966"/>
                </a:lnTo>
                <a:lnTo>
                  <a:pt x="77426" y="734571"/>
                </a:lnTo>
                <a:lnTo>
                  <a:pt x="94922" y="692010"/>
                </a:lnTo>
                <a:lnTo>
                  <a:pt x="114051" y="650323"/>
                </a:lnTo>
                <a:lnTo>
                  <a:pt x="134773" y="609550"/>
                </a:lnTo>
                <a:lnTo>
                  <a:pt x="157047" y="569731"/>
                </a:lnTo>
                <a:lnTo>
                  <a:pt x="180833" y="530906"/>
                </a:lnTo>
                <a:lnTo>
                  <a:pt x="206093" y="493114"/>
                </a:lnTo>
                <a:lnTo>
                  <a:pt x="232785" y="456396"/>
                </a:lnTo>
                <a:lnTo>
                  <a:pt x="260870" y="420792"/>
                </a:lnTo>
                <a:lnTo>
                  <a:pt x="290308" y="386341"/>
                </a:lnTo>
                <a:lnTo>
                  <a:pt x="321059" y="353083"/>
                </a:lnTo>
                <a:lnTo>
                  <a:pt x="353083" y="321059"/>
                </a:lnTo>
                <a:lnTo>
                  <a:pt x="386341" y="290308"/>
                </a:lnTo>
                <a:lnTo>
                  <a:pt x="420792" y="260870"/>
                </a:lnTo>
                <a:lnTo>
                  <a:pt x="456396" y="232785"/>
                </a:lnTo>
                <a:lnTo>
                  <a:pt x="493114" y="206093"/>
                </a:lnTo>
                <a:lnTo>
                  <a:pt x="530906" y="180833"/>
                </a:lnTo>
                <a:lnTo>
                  <a:pt x="569731" y="157047"/>
                </a:lnTo>
                <a:lnTo>
                  <a:pt x="609550" y="134773"/>
                </a:lnTo>
                <a:lnTo>
                  <a:pt x="650323" y="114051"/>
                </a:lnTo>
                <a:lnTo>
                  <a:pt x="692010" y="94922"/>
                </a:lnTo>
                <a:lnTo>
                  <a:pt x="734571" y="77426"/>
                </a:lnTo>
                <a:lnTo>
                  <a:pt x="777966" y="61602"/>
                </a:lnTo>
                <a:lnTo>
                  <a:pt x="822155" y="47490"/>
                </a:lnTo>
                <a:lnTo>
                  <a:pt x="867098" y="35130"/>
                </a:lnTo>
                <a:lnTo>
                  <a:pt x="912756" y="24562"/>
                </a:lnTo>
                <a:lnTo>
                  <a:pt x="959089" y="15826"/>
                </a:lnTo>
                <a:lnTo>
                  <a:pt x="1006056" y="8962"/>
                </a:lnTo>
                <a:lnTo>
                  <a:pt x="1053618" y="4009"/>
                </a:lnTo>
                <a:lnTo>
                  <a:pt x="1101734" y="1009"/>
                </a:lnTo>
                <a:lnTo>
                  <a:pt x="1150365" y="0"/>
                </a:lnTo>
                <a:lnTo>
                  <a:pt x="6830568" y="0"/>
                </a:lnTo>
                <a:lnTo>
                  <a:pt x="6879190" y="1009"/>
                </a:lnTo>
                <a:lnTo>
                  <a:pt x="6927298" y="4009"/>
                </a:lnTo>
                <a:lnTo>
                  <a:pt x="6974852" y="8962"/>
                </a:lnTo>
                <a:lnTo>
                  <a:pt x="7021813" y="15826"/>
                </a:lnTo>
                <a:lnTo>
                  <a:pt x="7068139" y="24562"/>
                </a:lnTo>
                <a:lnTo>
                  <a:pt x="7113793" y="35130"/>
                </a:lnTo>
                <a:lnTo>
                  <a:pt x="7158732" y="47490"/>
                </a:lnTo>
                <a:lnTo>
                  <a:pt x="7202918" y="61602"/>
                </a:lnTo>
                <a:lnTo>
                  <a:pt x="7246310" y="77426"/>
                </a:lnTo>
                <a:lnTo>
                  <a:pt x="7288869" y="94922"/>
                </a:lnTo>
                <a:lnTo>
                  <a:pt x="7330555" y="114051"/>
                </a:lnTo>
                <a:lnTo>
                  <a:pt x="7371327" y="134773"/>
                </a:lnTo>
                <a:lnTo>
                  <a:pt x="7411146" y="157047"/>
                </a:lnTo>
                <a:lnTo>
                  <a:pt x="7449971" y="180833"/>
                </a:lnTo>
                <a:lnTo>
                  <a:pt x="7487763" y="206093"/>
                </a:lnTo>
                <a:lnTo>
                  <a:pt x="7524482" y="232785"/>
                </a:lnTo>
                <a:lnTo>
                  <a:pt x="7560088" y="260870"/>
                </a:lnTo>
                <a:lnTo>
                  <a:pt x="7594541" y="290308"/>
                </a:lnTo>
                <a:lnTo>
                  <a:pt x="7627801" y="321059"/>
                </a:lnTo>
                <a:lnTo>
                  <a:pt x="7659828" y="353083"/>
                </a:lnTo>
                <a:lnTo>
                  <a:pt x="7690581" y="386341"/>
                </a:lnTo>
                <a:lnTo>
                  <a:pt x="7720022" y="420792"/>
                </a:lnTo>
                <a:lnTo>
                  <a:pt x="7748110" y="456396"/>
                </a:lnTo>
                <a:lnTo>
                  <a:pt x="7774806" y="493114"/>
                </a:lnTo>
                <a:lnTo>
                  <a:pt x="7800068" y="530906"/>
                </a:lnTo>
                <a:lnTo>
                  <a:pt x="7823858" y="569731"/>
                </a:lnTo>
                <a:lnTo>
                  <a:pt x="7846135" y="609550"/>
                </a:lnTo>
                <a:lnTo>
                  <a:pt x="7866860" y="650323"/>
                </a:lnTo>
                <a:lnTo>
                  <a:pt x="7885992" y="692010"/>
                </a:lnTo>
                <a:lnTo>
                  <a:pt x="7903491" y="734571"/>
                </a:lnTo>
                <a:lnTo>
                  <a:pt x="7919319" y="777966"/>
                </a:lnTo>
                <a:lnTo>
                  <a:pt x="7933433" y="822155"/>
                </a:lnTo>
                <a:lnTo>
                  <a:pt x="7945796" y="867098"/>
                </a:lnTo>
                <a:lnTo>
                  <a:pt x="7956366" y="912756"/>
                </a:lnTo>
                <a:lnTo>
                  <a:pt x="7965104" y="959089"/>
                </a:lnTo>
                <a:lnTo>
                  <a:pt x="7971969" y="1006056"/>
                </a:lnTo>
                <a:lnTo>
                  <a:pt x="7976923" y="1053618"/>
                </a:lnTo>
                <a:lnTo>
                  <a:pt x="7979924" y="1101734"/>
                </a:lnTo>
                <a:lnTo>
                  <a:pt x="7980933" y="1150365"/>
                </a:lnTo>
                <a:lnTo>
                  <a:pt x="7980933" y="5751830"/>
                </a:lnTo>
                <a:lnTo>
                  <a:pt x="7979924" y="5800452"/>
                </a:lnTo>
                <a:lnTo>
                  <a:pt x="7976923" y="5848560"/>
                </a:lnTo>
                <a:lnTo>
                  <a:pt x="7971969" y="5896114"/>
                </a:lnTo>
                <a:lnTo>
                  <a:pt x="7965104" y="5943075"/>
                </a:lnTo>
                <a:lnTo>
                  <a:pt x="7956366" y="5989401"/>
                </a:lnTo>
                <a:lnTo>
                  <a:pt x="7945796" y="6035055"/>
                </a:lnTo>
                <a:lnTo>
                  <a:pt x="7933433" y="6079994"/>
                </a:lnTo>
                <a:lnTo>
                  <a:pt x="7919319" y="6124180"/>
                </a:lnTo>
                <a:lnTo>
                  <a:pt x="7903491" y="6167572"/>
                </a:lnTo>
                <a:lnTo>
                  <a:pt x="7885992" y="6210131"/>
                </a:lnTo>
                <a:lnTo>
                  <a:pt x="7866860" y="6251817"/>
                </a:lnTo>
                <a:lnTo>
                  <a:pt x="7846135" y="6292589"/>
                </a:lnTo>
                <a:lnTo>
                  <a:pt x="7823858" y="6332408"/>
                </a:lnTo>
                <a:lnTo>
                  <a:pt x="7800068" y="6371233"/>
                </a:lnTo>
                <a:lnTo>
                  <a:pt x="7774806" y="6409025"/>
                </a:lnTo>
                <a:lnTo>
                  <a:pt x="7748110" y="6445744"/>
                </a:lnTo>
                <a:lnTo>
                  <a:pt x="7720022" y="6481350"/>
                </a:lnTo>
                <a:lnTo>
                  <a:pt x="7690581" y="6515803"/>
                </a:lnTo>
                <a:lnTo>
                  <a:pt x="7659828" y="6549063"/>
                </a:lnTo>
                <a:lnTo>
                  <a:pt x="7627801" y="6581090"/>
                </a:lnTo>
                <a:lnTo>
                  <a:pt x="7594541" y="6611843"/>
                </a:lnTo>
                <a:lnTo>
                  <a:pt x="7560088" y="6641284"/>
                </a:lnTo>
                <a:lnTo>
                  <a:pt x="7524482" y="6669372"/>
                </a:lnTo>
                <a:lnTo>
                  <a:pt x="7487763" y="6696068"/>
                </a:lnTo>
                <a:lnTo>
                  <a:pt x="7449971" y="6721330"/>
                </a:lnTo>
                <a:lnTo>
                  <a:pt x="7411146" y="6745120"/>
                </a:lnTo>
                <a:lnTo>
                  <a:pt x="7371327" y="6767397"/>
                </a:lnTo>
                <a:lnTo>
                  <a:pt x="7330555" y="6788122"/>
                </a:lnTo>
                <a:lnTo>
                  <a:pt x="7288869" y="6807254"/>
                </a:lnTo>
                <a:lnTo>
                  <a:pt x="7246310" y="6824753"/>
                </a:lnTo>
                <a:lnTo>
                  <a:pt x="7202918" y="6840581"/>
                </a:lnTo>
                <a:lnTo>
                  <a:pt x="7158732" y="6854695"/>
                </a:lnTo>
                <a:lnTo>
                  <a:pt x="7113793" y="6867058"/>
                </a:lnTo>
                <a:lnTo>
                  <a:pt x="7068139" y="6877628"/>
                </a:lnTo>
                <a:lnTo>
                  <a:pt x="7021813" y="6886366"/>
                </a:lnTo>
                <a:lnTo>
                  <a:pt x="6974852" y="6893231"/>
                </a:lnTo>
                <a:lnTo>
                  <a:pt x="6927298" y="6898185"/>
                </a:lnTo>
                <a:lnTo>
                  <a:pt x="6879190" y="6901186"/>
                </a:lnTo>
                <a:lnTo>
                  <a:pt x="6830568" y="6902196"/>
                </a:lnTo>
                <a:lnTo>
                  <a:pt x="1150365" y="6902196"/>
                </a:lnTo>
                <a:lnTo>
                  <a:pt x="1101734" y="6901186"/>
                </a:lnTo>
                <a:lnTo>
                  <a:pt x="1053618" y="6898185"/>
                </a:lnTo>
                <a:lnTo>
                  <a:pt x="1006056" y="6893231"/>
                </a:lnTo>
                <a:lnTo>
                  <a:pt x="959089" y="6886366"/>
                </a:lnTo>
                <a:lnTo>
                  <a:pt x="912756" y="6877628"/>
                </a:lnTo>
                <a:lnTo>
                  <a:pt x="867098" y="6867058"/>
                </a:lnTo>
                <a:lnTo>
                  <a:pt x="822155" y="6854695"/>
                </a:lnTo>
                <a:lnTo>
                  <a:pt x="777966" y="6840581"/>
                </a:lnTo>
                <a:lnTo>
                  <a:pt x="734571" y="6824753"/>
                </a:lnTo>
                <a:lnTo>
                  <a:pt x="692010" y="6807254"/>
                </a:lnTo>
                <a:lnTo>
                  <a:pt x="650323" y="6788122"/>
                </a:lnTo>
                <a:lnTo>
                  <a:pt x="609550" y="6767397"/>
                </a:lnTo>
                <a:lnTo>
                  <a:pt x="569731" y="6745120"/>
                </a:lnTo>
                <a:lnTo>
                  <a:pt x="530906" y="6721330"/>
                </a:lnTo>
                <a:lnTo>
                  <a:pt x="493114" y="6696068"/>
                </a:lnTo>
                <a:lnTo>
                  <a:pt x="456396" y="6669372"/>
                </a:lnTo>
                <a:lnTo>
                  <a:pt x="420792" y="6641284"/>
                </a:lnTo>
                <a:lnTo>
                  <a:pt x="386341" y="6611843"/>
                </a:lnTo>
                <a:lnTo>
                  <a:pt x="353083" y="6581090"/>
                </a:lnTo>
                <a:lnTo>
                  <a:pt x="321059" y="6549063"/>
                </a:lnTo>
                <a:lnTo>
                  <a:pt x="290308" y="6515803"/>
                </a:lnTo>
                <a:lnTo>
                  <a:pt x="260870" y="6481350"/>
                </a:lnTo>
                <a:lnTo>
                  <a:pt x="232785" y="6445744"/>
                </a:lnTo>
                <a:lnTo>
                  <a:pt x="206093" y="6409025"/>
                </a:lnTo>
                <a:lnTo>
                  <a:pt x="180833" y="6371233"/>
                </a:lnTo>
                <a:lnTo>
                  <a:pt x="157047" y="6332408"/>
                </a:lnTo>
                <a:lnTo>
                  <a:pt x="134773" y="6292589"/>
                </a:lnTo>
                <a:lnTo>
                  <a:pt x="114051" y="6251817"/>
                </a:lnTo>
                <a:lnTo>
                  <a:pt x="94922" y="6210131"/>
                </a:lnTo>
                <a:lnTo>
                  <a:pt x="77426" y="6167572"/>
                </a:lnTo>
                <a:lnTo>
                  <a:pt x="61602" y="6124180"/>
                </a:lnTo>
                <a:lnTo>
                  <a:pt x="47490" y="6079994"/>
                </a:lnTo>
                <a:lnTo>
                  <a:pt x="35130" y="6035055"/>
                </a:lnTo>
                <a:lnTo>
                  <a:pt x="24562" y="5989401"/>
                </a:lnTo>
                <a:lnTo>
                  <a:pt x="15826" y="5943075"/>
                </a:lnTo>
                <a:lnTo>
                  <a:pt x="8962" y="5896114"/>
                </a:lnTo>
                <a:lnTo>
                  <a:pt x="4009" y="5848560"/>
                </a:lnTo>
                <a:lnTo>
                  <a:pt x="1009" y="5800452"/>
                </a:lnTo>
                <a:lnTo>
                  <a:pt x="0" y="5751830"/>
                </a:lnTo>
                <a:lnTo>
                  <a:pt x="0" y="1150365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209656" y="2392806"/>
            <a:ext cx="6759575" cy="1948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Signup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Page</a:t>
            </a:r>
            <a:endParaRPr sz="1800" dirty="0">
              <a:latin typeface="Calibri"/>
              <a:cs typeface="Calibri"/>
            </a:endParaRPr>
          </a:p>
          <a:p>
            <a:pPr marL="12700" marR="16510" indent="254635">
              <a:lnSpc>
                <a:spcPts val="2140"/>
              </a:lnSpc>
              <a:spcBef>
                <a:spcPts val="110"/>
              </a:spcBef>
              <a:buFont typeface="Segoe UI Symbol"/>
              <a:buChar char="❖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Users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account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entering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details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such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username, </a:t>
            </a:r>
            <a:r>
              <a:rPr sz="1800" dirty="0">
                <a:latin typeface="Calibri"/>
                <a:cs typeface="Calibri"/>
              </a:rPr>
              <a:t>email,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password.</a:t>
            </a:r>
            <a:endParaRPr sz="1800" dirty="0">
              <a:latin typeface="Calibri"/>
              <a:cs typeface="Calibri"/>
            </a:endParaRPr>
          </a:p>
          <a:p>
            <a:pPr marL="267335" indent="-254635">
              <a:lnSpc>
                <a:spcPts val="2110"/>
              </a:lnSpc>
              <a:buFont typeface="Segoe UI Symbol"/>
              <a:buChar char="❖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Input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validated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ensure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correctness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avoid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invalid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entries.</a:t>
            </a:r>
            <a:endParaRPr sz="1800" dirty="0">
              <a:latin typeface="Calibri"/>
              <a:cs typeface="Calibri"/>
            </a:endParaRPr>
          </a:p>
          <a:p>
            <a:pPr marL="267335" indent="-254635">
              <a:lnSpc>
                <a:spcPct val="100000"/>
              </a:lnSpc>
              <a:buFont typeface="Segoe UI Symbol"/>
              <a:buChar char="❖"/>
              <a:tabLst>
                <a:tab pos="267335" algn="l"/>
              </a:tabLst>
            </a:pPr>
            <a:r>
              <a:rPr sz="1800" spc="-10" dirty="0">
                <a:latin typeface="Calibri"/>
                <a:cs typeface="Calibri"/>
              </a:rPr>
              <a:t>Passwords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securely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encryption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(hashing).</a:t>
            </a:r>
            <a:endParaRPr sz="1800" dirty="0">
              <a:latin typeface="Calibri"/>
              <a:cs typeface="Calibri"/>
            </a:endParaRPr>
          </a:p>
          <a:p>
            <a:pPr marL="267335" indent="-254635">
              <a:lnSpc>
                <a:spcPct val="100000"/>
              </a:lnSpc>
              <a:buFont typeface="Segoe UI Symbol"/>
              <a:buChar char="❖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User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details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saved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MySQL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future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access.</a:t>
            </a:r>
            <a:endParaRPr sz="1800" dirty="0">
              <a:latin typeface="Calibri"/>
              <a:cs typeface="Calibri"/>
            </a:endParaRPr>
          </a:p>
          <a:p>
            <a:pPr marL="267335" indent="-254635">
              <a:lnSpc>
                <a:spcPct val="100000"/>
              </a:lnSpc>
              <a:buFont typeface="Segoe UI Symbol"/>
              <a:buChar char="❖"/>
              <a:tabLst>
                <a:tab pos="267335" algn="l"/>
              </a:tabLst>
            </a:pPr>
            <a:r>
              <a:rPr sz="1800" spc="-10" dirty="0">
                <a:latin typeface="Calibri"/>
                <a:cs typeface="Calibri"/>
              </a:rPr>
              <a:t>Prevents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duplicate accounts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unique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email/username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validation.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209656" y="4861940"/>
            <a:ext cx="7011034" cy="1949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Login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Page</a:t>
            </a:r>
            <a:endParaRPr sz="1800" dirty="0">
              <a:latin typeface="Calibri"/>
              <a:cs typeface="Calibri"/>
            </a:endParaRPr>
          </a:p>
          <a:p>
            <a:pPr marL="12700" marR="5080" indent="254635">
              <a:lnSpc>
                <a:spcPts val="2140"/>
              </a:lnSpc>
              <a:spcBef>
                <a:spcPts val="110"/>
              </a:spcBef>
              <a:buFont typeface="Segoe UI Symbol"/>
              <a:buChar char="❖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Users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enter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registered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email/username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password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system.</a:t>
            </a:r>
            <a:endParaRPr sz="1800" dirty="0">
              <a:latin typeface="Calibri"/>
              <a:cs typeface="Calibri"/>
            </a:endParaRPr>
          </a:p>
          <a:p>
            <a:pPr marL="267335" indent="-254635">
              <a:lnSpc>
                <a:spcPts val="2110"/>
              </a:lnSpc>
              <a:buFont typeface="Segoe UI Symbol"/>
              <a:buChar char="❖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verifies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credentials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records.</a:t>
            </a:r>
            <a:endParaRPr sz="1800" dirty="0">
              <a:latin typeface="Calibri"/>
              <a:cs typeface="Calibri"/>
            </a:endParaRPr>
          </a:p>
          <a:p>
            <a:pPr marL="267335" indent="-254635">
              <a:lnSpc>
                <a:spcPct val="100000"/>
              </a:lnSpc>
              <a:buFont typeface="Segoe UI Symbol"/>
              <a:buChar char="❖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credentials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correct,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granted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dashboard.</a:t>
            </a:r>
            <a:endParaRPr sz="1800" dirty="0">
              <a:latin typeface="Calibri"/>
              <a:cs typeface="Calibri"/>
            </a:endParaRPr>
          </a:p>
          <a:p>
            <a:pPr marL="267335" indent="-254635">
              <a:lnSpc>
                <a:spcPct val="100000"/>
              </a:lnSpc>
              <a:buFont typeface="Segoe UI Symbol"/>
              <a:buChar char="❖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invalid,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error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message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displayed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user.</a:t>
            </a:r>
            <a:endParaRPr sz="1800" dirty="0">
              <a:latin typeface="Calibri"/>
              <a:cs typeface="Calibri"/>
            </a:endParaRPr>
          </a:p>
          <a:p>
            <a:pPr marL="267335" indent="-254635">
              <a:lnSpc>
                <a:spcPct val="100000"/>
              </a:lnSpc>
              <a:spcBef>
                <a:spcPts val="5"/>
              </a:spcBef>
              <a:buFont typeface="Segoe UI Symbol"/>
              <a:buChar char="❖"/>
              <a:tabLst>
                <a:tab pos="267335" algn="l"/>
              </a:tabLst>
            </a:pPr>
            <a:r>
              <a:rPr sz="1800" spc="-10" dirty="0">
                <a:latin typeface="Calibri"/>
                <a:cs typeface="Calibri"/>
              </a:rPr>
              <a:t>Ensures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secure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authentication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before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accessing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features.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209656" y="7331202"/>
            <a:ext cx="6114415" cy="1400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Security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Features</a:t>
            </a:r>
            <a:endParaRPr sz="1800" dirty="0">
              <a:latin typeface="Calibri"/>
              <a:cs typeface="Calibri"/>
            </a:endParaRPr>
          </a:p>
          <a:p>
            <a:pPr marL="235585" indent="-222885">
              <a:lnSpc>
                <a:spcPct val="100000"/>
              </a:lnSpc>
              <a:spcBef>
                <a:spcPts val="25"/>
              </a:spcBef>
              <a:buFont typeface="Segoe UI Symbol"/>
              <a:buChar char="✓"/>
              <a:tabLst>
                <a:tab pos="235585" algn="l"/>
              </a:tabLst>
            </a:pPr>
            <a:r>
              <a:rPr sz="1800" spc="-10" dirty="0">
                <a:latin typeface="Calibri"/>
                <a:cs typeface="Calibri"/>
              </a:rPr>
              <a:t>Passwords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encrypted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better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security.</a:t>
            </a:r>
            <a:endParaRPr sz="1800" dirty="0">
              <a:latin typeface="Calibri"/>
              <a:cs typeface="Calibri"/>
            </a:endParaRPr>
          </a:p>
          <a:p>
            <a:pPr marL="235585" indent="-222885">
              <a:lnSpc>
                <a:spcPct val="100000"/>
              </a:lnSpc>
              <a:buFont typeface="Segoe UI Symbol"/>
              <a:buChar char="✓"/>
              <a:tabLst>
                <a:tab pos="235585" algn="l"/>
              </a:tabLst>
            </a:pPr>
            <a:r>
              <a:rPr sz="1800" dirty="0">
                <a:latin typeface="Calibri"/>
                <a:cs typeface="Calibri"/>
              </a:rPr>
              <a:t>Session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management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maintain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state.</a:t>
            </a:r>
            <a:endParaRPr sz="1800" dirty="0">
              <a:latin typeface="Calibri"/>
              <a:cs typeface="Calibri"/>
            </a:endParaRPr>
          </a:p>
          <a:p>
            <a:pPr marL="235585" indent="-222885">
              <a:lnSpc>
                <a:spcPct val="100000"/>
              </a:lnSpc>
              <a:buFont typeface="Segoe UI Symbol"/>
              <a:buChar char="✓"/>
              <a:tabLst>
                <a:tab pos="235585" algn="l"/>
              </a:tabLst>
            </a:pPr>
            <a:r>
              <a:rPr sz="1800" spc="-10" dirty="0">
                <a:latin typeface="Calibri"/>
                <a:cs typeface="Calibri"/>
              </a:rPr>
              <a:t>Unauthorized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cannot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protected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pages.</a:t>
            </a:r>
            <a:endParaRPr sz="1800" dirty="0">
              <a:latin typeface="Calibri"/>
              <a:cs typeface="Calibri"/>
            </a:endParaRPr>
          </a:p>
          <a:p>
            <a:pPr marL="235585" indent="-222885">
              <a:lnSpc>
                <a:spcPct val="100000"/>
              </a:lnSpc>
              <a:buFont typeface="Segoe UI Symbol"/>
              <a:buChar char="✓"/>
              <a:tabLst>
                <a:tab pos="235585" algn="l"/>
              </a:tabLst>
            </a:pPr>
            <a:r>
              <a:rPr sz="1800" spc="-10" dirty="0">
                <a:latin typeface="Calibri"/>
                <a:cs typeface="Calibri"/>
              </a:rPr>
              <a:t>Prevents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unauthorized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improves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safety.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8426F8A-8499-12A2-52A8-D6A1B90069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627" y="2913316"/>
            <a:ext cx="7786332" cy="413648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732155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79"/>
                </a:lnTo>
                <a:lnTo>
                  <a:pt x="8947" y="590484"/>
                </a:lnTo>
                <a:lnTo>
                  <a:pt x="19820" y="635494"/>
                </a:lnTo>
                <a:lnTo>
                  <a:pt x="34682" y="678803"/>
                </a:lnTo>
                <a:lnTo>
                  <a:pt x="53325" y="720202"/>
                </a:lnTo>
                <a:lnTo>
                  <a:pt x="75540" y="759483"/>
                </a:lnTo>
                <a:lnTo>
                  <a:pt x="101120" y="796439"/>
                </a:lnTo>
                <a:lnTo>
                  <a:pt x="129857" y="830861"/>
                </a:lnTo>
                <a:lnTo>
                  <a:pt x="161543" y="862543"/>
                </a:lnTo>
                <a:lnTo>
                  <a:pt x="195970" y="891276"/>
                </a:lnTo>
                <a:lnTo>
                  <a:pt x="232930" y="916852"/>
                </a:lnTo>
                <a:lnTo>
                  <a:pt x="272216" y="939063"/>
                </a:lnTo>
                <a:lnTo>
                  <a:pt x="313618" y="957702"/>
                </a:lnTo>
                <a:lnTo>
                  <a:pt x="356929" y="972561"/>
                </a:lnTo>
                <a:lnTo>
                  <a:pt x="401942" y="983432"/>
                </a:lnTo>
                <a:lnTo>
                  <a:pt x="448448" y="990106"/>
                </a:lnTo>
                <a:lnTo>
                  <a:pt x="496239" y="992377"/>
                </a:lnTo>
                <a:lnTo>
                  <a:pt x="544023" y="990106"/>
                </a:lnTo>
                <a:lnTo>
                  <a:pt x="590524" y="983432"/>
                </a:lnTo>
                <a:lnTo>
                  <a:pt x="635533" y="972561"/>
                </a:lnTo>
                <a:lnTo>
                  <a:pt x="678843" y="957702"/>
                </a:lnTo>
                <a:lnTo>
                  <a:pt x="720246" y="939063"/>
                </a:lnTo>
                <a:lnTo>
                  <a:pt x="759533" y="916852"/>
                </a:lnTo>
                <a:lnTo>
                  <a:pt x="796496" y="891276"/>
                </a:lnTo>
                <a:lnTo>
                  <a:pt x="830927" y="862543"/>
                </a:lnTo>
                <a:lnTo>
                  <a:pt x="862617" y="830861"/>
                </a:lnTo>
                <a:lnTo>
                  <a:pt x="891359" y="796439"/>
                </a:lnTo>
                <a:lnTo>
                  <a:pt x="916944" y="759483"/>
                </a:lnTo>
                <a:lnTo>
                  <a:pt x="939165" y="720202"/>
                </a:lnTo>
                <a:lnTo>
                  <a:pt x="957812" y="678803"/>
                </a:lnTo>
                <a:lnTo>
                  <a:pt x="972678" y="635494"/>
                </a:lnTo>
                <a:lnTo>
                  <a:pt x="983554" y="590484"/>
                </a:lnTo>
                <a:lnTo>
                  <a:pt x="990232" y="543979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7568641"/>
            <a:ext cx="2476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1094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665391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0416" y="6776669"/>
            <a:ext cx="1619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4598289" y="302514"/>
            <a:ext cx="90970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70780" algn="l"/>
              </a:tabLst>
            </a:pPr>
            <a:r>
              <a:rPr dirty="0"/>
              <a:t>AD</a:t>
            </a:r>
            <a:r>
              <a:rPr spc="-610" dirty="0"/>
              <a:t>V</a:t>
            </a:r>
            <a:r>
              <a:rPr spc="5" dirty="0"/>
              <a:t>AN</a:t>
            </a:r>
            <a:r>
              <a:rPr spc="-345" dirty="0"/>
              <a:t>T</a:t>
            </a:r>
            <a:r>
              <a:rPr dirty="0"/>
              <a:t>A</a:t>
            </a:r>
            <a:r>
              <a:rPr spc="-5" dirty="0"/>
              <a:t>GE</a:t>
            </a:r>
            <a:r>
              <a:rPr spc="5" dirty="0"/>
              <a:t>S</a:t>
            </a:r>
            <a:r>
              <a:rPr spc="-145" dirty="0"/>
              <a:t> </a:t>
            </a:r>
            <a:r>
              <a:rPr spc="-50" dirty="0"/>
              <a:t>&amp;</a:t>
            </a:r>
            <a:r>
              <a:rPr dirty="0"/>
              <a:t>	</a:t>
            </a:r>
            <a:r>
              <a:rPr spc="-65" dirty="0"/>
              <a:t>LIMITATIONS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sz="half" idx="2"/>
          </p:nvPr>
        </p:nvSpPr>
        <p:spPr>
          <a:xfrm>
            <a:off x="2832016" y="2465288"/>
            <a:ext cx="6413500" cy="570669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2399030">
              <a:lnSpc>
                <a:spcPct val="100000"/>
              </a:lnSpc>
              <a:spcBef>
                <a:spcPts val="1780"/>
              </a:spcBef>
            </a:pPr>
            <a:r>
              <a:rPr spc="-10" dirty="0"/>
              <a:t>Advantages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0" dirty="0">
              <a:latin typeface="Arial" panose="020B0604020202020204" pitchFamily="34" charset="0"/>
            </a:endParaRP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</a:t>
            </a: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job searching and recruitment. </a:t>
            </a: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job posting and management</a:t>
            </a: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employers. </a:t>
            </a: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students to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for jobs and track application status</a:t>
            </a: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efficiently. </a:t>
            </a: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and role-based access control</a:t>
            </a: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dashboards</a:t>
            </a: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Students, Employers, and Admin. </a:t>
            </a: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job seekers and recruiters</a:t>
            </a: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 management</a:t>
            </a: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MySQL and JPA. </a:t>
            </a:r>
          </a:p>
          <a:p>
            <a:pPr marL="342900" lvl="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enhances the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recruitment process</a:t>
            </a:r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sz="half" idx="3"/>
          </p:nvPr>
        </p:nvSpPr>
        <p:spPr>
          <a:xfrm>
            <a:off x="10944225" y="2271166"/>
            <a:ext cx="5289550" cy="7122463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910080">
              <a:lnSpc>
                <a:spcPct val="100000"/>
              </a:lnSpc>
              <a:spcBef>
                <a:spcPts val="1780"/>
              </a:spcBef>
            </a:pPr>
            <a:r>
              <a:rPr spc="-10" dirty="0"/>
              <a:t>Limitations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version has limited advanced security features (can be enhanced further).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 depends on internet connectivity.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advanced search and filtering options for jobs.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notifications (if WebSocket/email not implemented).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analytics and reporting features for users and admin.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may be restricted for very large user traffic without optimization.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1396" y="4019803"/>
            <a:ext cx="7397750" cy="1724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150" i="1" spc="195" dirty="0">
                <a:solidFill>
                  <a:srgbClr val="1818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11150" i="1" spc="-10" dirty="0">
                <a:solidFill>
                  <a:srgbClr val="1818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150" i="1" spc="600" dirty="0">
                <a:solidFill>
                  <a:srgbClr val="1818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sz="1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</TotalTime>
  <Words>1851</Words>
  <Application>Microsoft Office PowerPoint</Application>
  <PresentationFormat>Custom</PresentationFormat>
  <Paragraphs>340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Cambria</vt:lpstr>
      <vt:lpstr>Segoe UI Symbol</vt:lpstr>
      <vt:lpstr>Tahoma</vt:lpstr>
      <vt:lpstr>Times New Roman</vt:lpstr>
      <vt:lpstr>Wingdings</vt:lpstr>
      <vt:lpstr>Office Theme</vt:lpstr>
      <vt:lpstr>School of Computing</vt:lpstr>
      <vt:lpstr>INTRODUCTION</vt:lpstr>
      <vt:lpstr>PROBLEM STATEMENT</vt:lpstr>
      <vt:lpstr>OBJECTIVE(S)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jeeva akash</dc:creator>
  <cp:lastModifiedBy>Mohamed Ghouse Zuhair A</cp:lastModifiedBy>
  <cp:revision>11</cp:revision>
  <dcterms:created xsi:type="dcterms:W3CDTF">2026-03-24T16:57:03Z</dcterms:created>
  <dcterms:modified xsi:type="dcterms:W3CDTF">2026-04-22T04:33:05Z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2026-03-24T00:00:00Z</vt:filetime>
  </property>
  <property fmtid="{D5CDD505-2E9C-101B-9397-08002B2CF9AE}" pid="5" name="Producer">
    <vt:lpwstr>Microsoft® PowerPoint® for Microsoft 365</vt:lpwstr>
  </property>
</Properties>
</file>